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261" r:id="rId2"/>
    <p:sldId id="262" r:id="rId3"/>
    <p:sldId id="263" r:id="rId4"/>
    <p:sldId id="266" r:id="rId5"/>
    <p:sldId id="273" r:id="rId6"/>
    <p:sldId id="269" r:id="rId7"/>
    <p:sldId id="258" r:id="rId8"/>
    <p:sldId id="257" r:id="rId9"/>
    <p:sldId id="271" r:id="rId10"/>
    <p:sldId id="274" r:id="rId11"/>
    <p:sldId id="267" r:id="rId12"/>
    <p:sldId id="275" r:id="rId13"/>
    <p:sldId id="276" r:id="rId14"/>
    <p:sldId id="260" r:id="rId15"/>
    <p:sldId id="277" r:id="rId16"/>
    <p:sldId id="278" r:id="rId17"/>
    <p:sldId id="259" r:id="rId18"/>
    <p:sldId id="265" r:id="rId19"/>
    <p:sldId id="264" r:id="rId20"/>
    <p:sldId id="270" r:id="rId21"/>
    <p:sldId id="268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55AFA2-54E4-48B0-A8EA-DB014E5435BF}">
          <p14:sldIdLst>
            <p14:sldId id="261"/>
            <p14:sldId id="262"/>
            <p14:sldId id="263"/>
            <p14:sldId id="266"/>
            <p14:sldId id="273"/>
            <p14:sldId id="269"/>
            <p14:sldId id="258"/>
            <p14:sldId id="257"/>
            <p14:sldId id="271"/>
            <p14:sldId id="274"/>
            <p14:sldId id="267"/>
            <p14:sldId id="275"/>
            <p14:sldId id="276"/>
            <p14:sldId id="260"/>
            <p14:sldId id="277"/>
            <p14:sldId id="278"/>
          </p14:sldIdLst>
        </p14:section>
        <p14:section name="Backup Slides" id="{20705083-08FB-4B36-B72F-E3FC4078A527}">
          <p14:sldIdLst>
            <p14:sldId id="259"/>
            <p14:sldId id="265"/>
            <p14:sldId id="264"/>
            <p14:sldId id="270"/>
            <p14:sldId id="268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4A69"/>
    <a:srgbClr val="C8E38D"/>
    <a:srgbClr val="E3FB6D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image" Target="../media/image40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image" Target="../media/image22.jp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image" Target="../media/image26.jp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image" Target="../media/image30.jp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image" Target="../media/image34.jpg"/><Relationship Id="rId4" Type="http://schemas.openxmlformats.org/officeDocument/2006/relationships/image" Target="../media/image46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0.png"/><Relationship Id="rId1" Type="http://schemas.openxmlformats.org/officeDocument/2006/relationships/image" Target="../media/image11.pn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0.png"/><Relationship Id="rId1" Type="http://schemas.openxmlformats.org/officeDocument/2006/relationships/image" Target="../media/image11.pn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.jpg"/><Relationship Id="rId1" Type="http://schemas.openxmlformats.org/officeDocument/2006/relationships/image" Target="../media/image27.jpg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image" Target="../media/image40.jp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image" Target="../media/image22.jp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image" Target="../media/image26.jp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image" Target="../media/image30.jp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image" Target="../media/image34.jpg"/><Relationship Id="rId4" Type="http://schemas.openxmlformats.org/officeDocument/2006/relationships/image" Target="../media/image46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0.png"/><Relationship Id="rId1" Type="http://schemas.openxmlformats.org/officeDocument/2006/relationships/image" Target="../media/image11.pn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0.png"/><Relationship Id="rId1" Type="http://schemas.openxmlformats.org/officeDocument/2006/relationships/image" Target="../media/image11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.jpg"/><Relationship Id="rId1" Type="http://schemas.openxmlformats.org/officeDocument/2006/relationships/image" Target="../media/image27.jpg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 smtClean="0"/>
            <a:t>Mind Your Business</a:t>
          </a:r>
          <a:endParaRPr lang="en-US" sz="2600" dirty="0"/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E8994CE-EF57-46B9-B646-C50A0D5A206C}" type="presOf" srcId="{60B1A192-1520-46C5-B8FE-5B12AEA7F11B}" destId="{3DF4593A-8EE0-440D-B8B9-29076FE81A9B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AD74BB30-C47B-46E5-8245-1695FD1C102A}" type="presOf" srcId="{FD300100-2E40-443A-8628-0C07DE7CD77D}" destId="{F2CD0926-FE62-4832-AE6D-4CA86DE217AE}" srcOrd="0" destOrd="0" presId="urn:microsoft.com/office/officeart/2005/8/layout/vList3"/>
    <dgm:cxn modelId="{83F8AC5F-7580-45E4-A690-267E5AC07502}" type="presParOf" srcId="{F2CD0926-FE62-4832-AE6D-4CA86DE217AE}" destId="{18849F14-96B3-4FDA-BF6B-4D5F2C530B21}" srcOrd="0" destOrd="0" presId="urn:microsoft.com/office/officeart/2005/8/layout/vList3"/>
    <dgm:cxn modelId="{6FF42036-4AC3-4CE5-A607-2B74FC6F8336}" type="presParOf" srcId="{18849F14-96B3-4FDA-BF6B-4D5F2C530B21}" destId="{C20EDF00-B419-47DC-9382-8A90F0964164}" srcOrd="0" destOrd="0" presId="urn:microsoft.com/office/officeart/2005/8/layout/vList3"/>
    <dgm:cxn modelId="{DDD7A3AE-3136-4C81-9402-53B04582671B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/>
      <dgm:spPr/>
      <dgm:t>
        <a:bodyPr/>
        <a:lstStyle/>
        <a:p>
          <a:pPr algn="l"/>
          <a:r>
            <a:rPr lang="en-US" dirty="0" smtClean="0"/>
            <a:t>Business Sense – Balance Sheet</a:t>
          </a:r>
          <a:endParaRPr lang="en-US" dirty="0"/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1D6C23-37EE-43AD-ADE7-533801B88ABE}" type="presOf" srcId="{FD300100-2E40-443A-8628-0C07DE7CD77D}" destId="{F2CD0926-FE62-4832-AE6D-4CA86DE217AE}" srcOrd="0" destOrd="0" presId="urn:microsoft.com/office/officeart/2005/8/layout/vList3"/>
    <dgm:cxn modelId="{FB4A6C4B-4F64-48B6-B386-F5A35E5FA8DB}" type="presOf" srcId="{60B1A192-1520-46C5-B8FE-5B12AEA7F11B}" destId="{3DF4593A-8EE0-440D-B8B9-29076FE81A9B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1A7BD30F-595B-465D-AC49-EB44F0446674}" type="presParOf" srcId="{F2CD0926-FE62-4832-AE6D-4CA86DE217AE}" destId="{18849F14-96B3-4FDA-BF6B-4D5F2C530B21}" srcOrd="0" destOrd="0" presId="urn:microsoft.com/office/officeart/2005/8/layout/vList3"/>
    <dgm:cxn modelId="{25F83303-FC5E-4733-B135-373C7A7E8632}" type="presParOf" srcId="{18849F14-96B3-4FDA-BF6B-4D5F2C530B21}" destId="{C20EDF00-B419-47DC-9382-8A90F0964164}" srcOrd="0" destOrd="0" presId="urn:microsoft.com/office/officeart/2005/8/layout/vList3"/>
    <dgm:cxn modelId="{F417B466-077D-437D-A7D6-FDC35E7ED226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 smtClean="0"/>
            <a:t>Business Turbulence - Symptoms</a:t>
          </a:r>
          <a:endParaRPr lang="en-US" sz="2600" dirty="0"/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C5F6B0-4AC5-427F-8B51-C7E6C5E93F59}" type="presOf" srcId="{FD300100-2E40-443A-8628-0C07DE7CD77D}" destId="{F2CD0926-FE62-4832-AE6D-4CA86DE217AE}" srcOrd="0" destOrd="0" presId="urn:microsoft.com/office/officeart/2005/8/layout/vList3"/>
    <dgm:cxn modelId="{D8423C47-807D-4168-A9D6-A2ED6B71A710}" type="presOf" srcId="{60B1A192-1520-46C5-B8FE-5B12AEA7F11B}" destId="{3DF4593A-8EE0-440D-B8B9-29076FE81A9B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A814EF24-CD25-4B4D-8A47-4998D04CD301}" type="presParOf" srcId="{F2CD0926-FE62-4832-AE6D-4CA86DE217AE}" destId="{18849F14-96B3-4FDA-BF6B-4D5F2C530B21}" srcOrd="0" destOrd="0" presId="urn:microsoft.com/office/officeart/2005/8/layout/vList3"/>
    <dgm:cxn modelId="{C755F919-C3D5-4FA3-B0F8-27F39CB61655}" type="presParOf" srcId="{18849F14-96B3-4FDA-BF6B-4D5F2C530B21}" destId="{C20EDF00-B419-47DC-9382-8A90F0964164}" srcOrd="0" destOrd="0" presId="urn:microsoft.com/office/officeart/2005/8/layout/vList3"/>
    <dgm:cxn modelId="{74DC355D-604F-4FDD-AC35-80A00E5B9924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 smtClean="0"/>
            <a:t>Project Governance</a:t>
          </a:r>
          <a:endParaRPr lang="en-US" sz="2600" dirty="0"/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03011DB-F882-42DC-B909-EAADDA3C7107}" type="presOf" srcId="{60B1A192-1520-46C5-B8FE-5B12AEA7F11B}" destId="{3DF4593A-8EE0-440D-B8B9-29076FE81A9B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24323B8A-E28A-47EB-A7E6-E96D5C5B1033}" type="presOf" srcId="{FD300100-2E40-443A-8628-0C07DE7CD77D}" destId="{F2CD0926-FE62-4832-AE6D-4CA86DE217AE}" srcOrd="0" destOrd="0" presId="urn:microsoft.com/office/officeart/2005/8/layout/vList3"/>
    <dgm:cxn modelId="{FD8B84AE-6523-494C-92C5-9D3D44DCF480}" type="presParOf" srcId="{F2CD0926-FE62-4832-AE6D-4CA86DE217AE}" destId="{18849F14-96B3-4FDA-BF6B-4D5F2C530B21}" srcOrd="0" destOrd="0" presId="urn:microsoft.com/office/officeart/2005/8/layout/vList3"/>
    <dgm:cxn modelId="{0B0CC4BB-4A60-4BCC-9339-7F9BE369982F}" type="presParOf" srcId="{18849F14-96B3-4FDA-BF6B-4D5F2C530B21}" destId="{C20EDF00-B419-47DC-9382-8A90F0964164}" srcOrd="0" destOrd="0" presId="urn:microsoft.com/office/officeart/2005/8/layout/vList3"/>
    <dgm:cxn modelId="{2069E499-058F-445F-B3D6-6671B61A632C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D300100-2E40-443A-8628-0C07DE7CD77D}" type="doc">
      <dgm:prSet loTypeId="urn:microsoft.com/office/officeart/2005/8/layout/vList3" loCatId="list" qsTypeId="urn:microsoft.com/office/officeart/2005/8/quickstyle/simple3" qsCatId="simple" csTypeId="urn:microsoft.com/office/officeart/2005/8/colors/accent4_5" csCatId="accent4" phldr="1"/>
      <dgm:spPr/>
    </dgm:pt>
    <dgm:pt modelId="{60B1A192-1520-46C5-B8FE-5B12AEA7F11B}">
      <dgm:prSet phldrT="[Text]" custT="1"/>
      <dgm:spPr/>
      <dgm:t>
        <a:bodyPr/>
        <a:lstStyle/>
        <a:p>
          <a:pPr algn="l"/>
          <a:r>
            <a:rPr lang="en-US" sz="2600" dirty="0" smtClean="0"/>
            <a:t>Best Practices</a:t>
          </a:r>
          <a:endParaRPr lang="en-US" sz="2600" dirty="0"/>
        </a:p>
      </dgm:t>
    </dgm:pt>
    <dgm:pt modelId="{5A8DF1F7-D978-4E8F-9749-7DC4245AB0D0}" type="parTrans" cxnId="{E3308534-9B2A-4474-9F41-50119CB6DC38}">
      <dgm:prSet/>
      <dgm:spPr/>
      <dgm:t>
        <a:bodyPr/>
        <a:lstStyle/>
        <a:p>
          <a:endParaRPr lang="en-US"/>
        </a:p>
      </dgm:t>
    </dgm:pt>
    <dgm:pt modelId="{3EB9500D-B0D5-4272-80CF-7026F0485746}" type="sibTrans" cxnId="{E3308534-9B2A-4474-9F41-50119CB6DC38}">
      <dgm:prSet/>
      <dgm:spPr/>
      <dgm:t>
        <a:bodyPr/>
        <a:lstStyle/>
        <a:p>
          <a:endParaRPr lang="en-US"/>
        </a:p>
      </dgm:t>
    </dgm:pt>
    <dgm:pt modelId="{F2CD0926-FE62-4832-AE6D-4CA86DE217AE}" type="pres">
      <dgm:prSet presAssocID="{FD300100-2E40-443A-8628-0C07DE7CD77D}" presName="linearFlow" presStyleCnt="0">
        <dgm:presLayoutVars>
          <dgm:dir/>
          <dgm:resizeHandles val="exact"/>
        </dgm:presLayoutVars>
      </dgm:prSet>
      <dgm:spPr/>
    </dgm:pt>
    <dgm:pt modelId="{18849F14-96B3-4FDA-BF6B-4D5F2C530B21}" type="pres">
      <dgm:prSet presAssocID="{60B1A192-1520-46C5-B8FE-5B12AEA7F11B}" presName="composite" presStyleCnt="0"/>
      <dgm:spPr/>
    </dgm:pt>
    <dgm:pt modelId="{C20EDF00-B419-47DC-9382-8A90F0964164}" type="pres">
      <dgm:prSet presAssocID="{60B1A192-1520-46C5-B8FE-5B12AEA7F11B}" presName="imgShp" presStyleLbl="fgImgPlace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DF4593A-8EE0-440D-B8B9-29076FE81A9B}" type="pres">
      <dgm:prSet presAssocID="{60B1A192-1520-46C5-B8FE-5B12AEA7F11B}" presName="txShp" presStyleLbl="node1" presStyleIdx="0" presStyleCnt="1" custLinFactNeighborY="255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329600-BF00-4614-A8FA-A61B1D6B9927}" type="presOf" srcId="{FD300100-2E40-443A-8628-0C07DE7CD77D}" destId="{F2CD0926-FE62-4832-AE6D-4CA86DE217AE}" srcOrd="0" destOrd="0" presId="urn:microsoft.com/office/officeart/2005/8/layout/vList3"/>
    <dgm:cxn modelId="{E3308534-9B2A-4474-9F41-50119CB6DC38}" srcId="{FD300100-2E40-443A-8628-0C07DE7CD77D}" destId="{60B1A192-1520-46C5-B8FE-5B12AEA7F11B}" srcOrd="0" destOrd="0" parTransId="{5A8DF1F7-D978-4E8F-9749-7DC4245AB0D0}" sibTransId="{3EB9500D-B0D5-4272-80CF-7026F0485746}"/>
    <dgm:cxn modelId="{0B6E0226-7B74-4C8C-84D5-C8C63647173A}" type="presOf" srcId="{60B1A192-1520-46C5-B8FE-5B12AEA7F11B}" destId="{3DF4593A-8EE0-440D-B8B9-29076FE81A9B}" srcOrd="0" destOrd="0" presId="urn:microsoft.com/office/officeart/2005/8/layout/vList3"/>
    <dgm:cxn modelId="{E8AE747F-56AE-4C29-9003-D656D53992D2}" type="presParOf" srcId="{F2CD0926-FE62-4832-AE6D-4CA86DE217AE}" destId="{18849F14-96B3-4FDA-BF6B-4D5F2C530B21}" srcOrd="0" destOrd="0" presId="urn:microsoft.com/office/officeart/2005/8/layout/vList3"/>
    <dgm:cxn modelId="{6C7AD9E2-6747-4BE3-990A-9A5622D0F78A}" type="presParOf" srcId="{18849F14-96B3-4FDA-BF6B-4D5F2C530B21}" destId="{C20EDF00-B419-47DC-9382-8A90F0964164}" srcOrd="0" destOrd="0" presId="urn:microsoft.com/office/officeart/2005/8/layout/vList3"/>
    <dgm:cxn modelId="{1202B3AA-6AD1-4640-B931-5C0EAA2C5A77}" type="presParOf" srcId="{18849F14-96B3-4FDA-BF6B-4D5F2C530B21}" destId="{3DF4593A-8EE0-440D-B8B9-29076FE81A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1C6BC2-7E8E-45F5-84BE-CD374BED56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A34F38E-E2C9-4FB5-AB62-65C7254E9E9E}">
      <dgm:prSet phldrT="[Text]"/>
      <dgm:spPr/>
      <dgm:t>
        <a:bodyPr/>
        <a:lstStyle/>
        <a:p>
          <a:r>
            <a:rPr lang="en-US" dirty="0" smtClean="0">
              <a:solidFill>
                <a:schemeClr val="accent6">
                  <a:lumMod val="75000"/>
                </a:schemeClr>
              </a:solidFill>
            </a:rPr>
            <a:t>Intangible Benefit Spiral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105610FE-C095-46D5-BB22-BEC56D68E337}" type="parTrans" cxnId="{356AA1E3-B261-4581-A8E6-9BCFB04A9D46}">
      <dgm:prSet/>
      <dgm:spPr/>
      <dgm:t>
        <a:bodyPr/>
        <a:lstStyle/>
        <a:p>
          <a:endParaRPr lang="en-US"/>
        </a:p>
      </dgm:t>
    </dgm:pt>
    <dgm:pt modelId="{996BC1B1-952E-46E8-8477-E3F8A1AD210C}" type="sibTrans" cxnId="{356AA1E3-B261-4581-A8E6-9BCFB04A9D46}">
      <dgm:prSet/>
      <dgm:spPr/>
      <dgm:t>
        <a:bodyPr/>
        <a:lstStyle/>
        <a:p>
          <a:endParaRPr lang="en-US"/>
        </a:p>
      </dgm:t>
    </dgm:pt>
    <dgm:pt modelId="{8F236520-E3E7-4363-A559-C402CF554CC4}">
      <dgm:prSet phldrT="[Text]"/>
      <dgm:spPr/>
      <dgm:t>
        <a:bodyPr/>
        <a:lstStyle/>
        <a:p>
          <a:r>
            <a:rPr lang="en-US" dirty="0" smtClean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  <a:endParaRPr lang="en-US" dirty="0">
            <a:solidFill>
              <a:schemeClr val="accent5">
                <a:lumMod val="75000"/>
              </a:schemeClr>
            </a:solidFill>
          </a:endParaRPr>
        </a:p>
      </dgm:t>
    </dgm:pt>
    <dgm:pt modelId="{D60BE4F1-9213-467F-8981-640E2E2024B1}" type="parTrans" cxnId="{06FDDF71-9EFD-4A97-B3FD-52FB1A9BDD4D}">
      <dgm:prSet/>
      <dgm:spPr/>
      <dgm:t>
        <a:bodyPr/>
        <a:lstStyle/>
        <a:p>
          <a:endParaRPr lang="en-US"/>
        </a:p>
      </dgm:t>
    </dgm:pt>
    <dgm:pt modelId="{2CE2F219-98C5-4599-A40B-AC34B6086F51}" type="sibTrans" cxnId="{06FDDF71-9EFD-4A97-B3FD-52FB1A9BDD4D}">
      <dgm:prSet/>
      <dgm:spPr/>
      <dgm:t>
        <a:bodyPr/>
        <a:lstStyle/>
        <a:p>
          <a:endParaRPr lang="en-US"/>
        </a:p>
      </dgm:t>
    </dgm:pt>
    <dgm:pt modelId="{BFE50FCF-E27C-48D3-B63F-64617014E027}">
      <dgm:prSet phldrT="[Text]"/>
      <dgm:spPr/>
      <dgm:t>
        <a:bodyPr/>
        <a:lstStyle/>
        <a:p>
          <a:r>
            <a:rPr lang="en-US" dirty="0" smtClean="0">
              <a:solidFill>
                <a:schemeClr val="accent4">
                  <a:lumMod val="75000"/>
                </a:schemeClr>
              </a:solidFill>
            </a:rPr>
            <a:t>Brand Retention</a:t>
          </a:r>
          <a:endParaRPr lang="en-US" dirty="0">
            <a:solidFill>
              <a:schemeClr val="accent4">
                <a:lumMod val="75000"/>
              </a:schemeClr>
            </a:solidFill>
          </a:endParaRPr>
        </a:p>
      </dgm:t>
    </dgm:pt>
    <dgm:pt modelId="{71483F1D-7FFC-4D43-9D48-933EDB7EF388}" type="parTrans" cxnId="{3CC1BEAC-B42D-4DD4-ACD1-E7737FB2ACF4}">
      <dgm:prSet/>
      <dgm:spPr/>
      <dgm:t>
        <a:bodyPr/>
        <a:lstStyle/>
        <a:p>
          <a:endParaRPr lang="en-US"/>
        </a:p>
      </dgm:t>
    </dgm:pt>
    <dgm:pt modelId="{9B07C989-72FB-4CEC-9E8A-C0DDD00A1C8E}" type="sibTrans" cxnId="{3CC1BEAC-B42D-4DD4-ACD1-E7737FB2ACF4}">
      <dgm:prSet/>
      <dgm:spPr/>
      <dgm:t>
        <a:bodyPr/>
        <a:lstStyle/>
        <a:p>
          <a:endParaRPr lang="en-US"/>
        </a:p>
      </dgm:t>
    </dgm:pt>
    <dgm:pt modelId="{07702062-84BE-4800-AE16-81DC01E575DC}" type="pres">
      <dgm:prSet presAssocID="{781C6BC2-7E8E-45F5-84BE-CD374BED561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DDAF58B0-4464-437D-9086-AF3D44006117}" type="pres">
      <dgm:prSet presAssocID="{781C6BC2-7E8E-45F5-84BE-CD374BED561B}" presName="Name1" presStyleCnt="0"/>
      <dgm:spPr/>
    </dgm:pt>
    <dgm:pt modelId="{0F4E2AA7-4374-4119-85CA-2B88718AE660}" type="pres">
      <dgm:prSet presAssocID="{781C6BC2-7E8E-45F5-84BE-CD374BED561B}" presName="cycle" presStyleCnt="0"/>
      <dgm:spPr/>
    </dgm:pt>
    <dgm:pt modelId="{BE279EF4-1115-4042-A259-D59D9E032132}" type="pres">
      <dgm:prSet presAssocID="{781C6BC2-7E8E-45F5-84BE-CD374BED561B}" presName="srcNode" presStyleLbl="node1" presStyleIdx="0" presStyleCnt="3"/>
      <dgm:spPr/>
    </dgm:pt>
    <dgm:pt modelId="{7BA43F82-A43A-45AB-80CA-6364CAD17A65}" type="pres">
      <dgm:prSet presAssocID="{781C6BC2-7E8E-45F5-84BE-CD374BED561B}" presName="conn" presStyleLbl="parChTrans1D2" presStyleIdx="0" presStyleCnt="1"/>
      <dgm:spPr/>
      <dgm:t>
        <a:bodyPr/>
        <a:lstStyle/>
        <a:p>
          <a:endParaRPr lang="en-US"/>
        </a:p>
      </dgm:t>
    </dgm:pt>
    <dgm:pt modelId="{BD3FBA97-01B1-41D1-BF6A-6CBC45F514B3}" type="pres">
      <dgm:prSet presAssocID="{781C6BC2-7E8E-45F5-84BE-CD374BED561B}" presName="extraNode" presStyleLbl="node1" presStyleIdx="0" presStyleCnt="3"/>
      <dgm:spPr/>
    </dgm:pt>
    <dgm:pt modelId="{C38F856D-278A-4C8A-95E2-99FA7B160BA9}" type="pres">
      <dgm:prSet presAssocID="{781C6BC2-7E8E-45F5-84BE-CD374BED561B}" presName="dstNode" presStyleLbl="node1" presStyleIdx="0" presStyleCnt="3"/>
      <dgm:spPr/>
    </dgm:pt>
    <dgm:pt modelId="{078A49F1-EB03-4523-8D4F-9A9F2F7575AF}" type="pres">
      <dgm:prSet presAssocID="{0A34F38E-E2C9-4FB5-AB62-65C7254E9E9E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811FBB-021C-41A8-AFA4-59E9BD705F1E}" type="pres">
      <dgm:prSet presAssocID="{0A34F38E-E2C9-4FB5-AB62-65C7254E9E9E}" presName="accent_1" presStyleCnt="0"/>
      <dgm:spPr/>
    </dgm:pt>
    <dgm:pt modelId="{1DBAF1A9-6DFC-4740-8622-672419719B99}" type="pres">
      <dgm:prSet presAssocID="{0A34F38E-E2C9-4FB5-AB62-65C7254E9E9E}" presName="accentRepeatNode" presStyleLbl="solidFgAcc1" presStyleIdx="0" presStyleCnt="3" custScaleX="117000" custScaleY="11700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44FB2312-45D4-4427-A2DC-AC341FF4E45F}" type="pres">
      <dgm:prSet presAssocID="{8F236520-E3E7-4363-A559-C402CF554CC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A5921B-0075-40A5-BF43-E06D87280F44}" type="pres">
      <dgm:prSet presAssocID="{8F236520-E3E7-4363-A559-C402CF554CC4}" presName="accent_2" presStyleCnt="0"/>
      <dgm:spPr/>
    </dgm:pt>
    <dgm:pt modelId="{1E432F70-6EB9-4288-834C-1E39C4E6D6F3}" type="pres">
      <dgm:prSet presAssocID="{8F236520-E3E7-4363-A559-C402CF554CC4}" presName="accentRepeatNode" presStyleLbl="solidFgAcc1" presStyleIdx="1" presStyleCnt="3" custScaleX="117000" custScaleY="117000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7AB23030-47E3-4D1D-A83F-ACAACBBC1E60}" type="pres">
      <dgm:prSet presAssocID="{BFE50FCF-E27C-48D3-B63F-64617014E02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C81FBF-0269-43E2-95B2-206EC12E5EF2}" type="pres">
      <dgm:prSet presAssocID="{BFE50FCF-E27C-48D3-B63F-64617014E027}" presName="accent_3" presStyleCnt="0"/>
      <dgm:spPr/>
    </dgm:pt>
    <dgm:pt modelId="{DD638958-B4F1-4D50-884D-E7CDED658371}" type="pres">
      <dgm:prSet presAssocID="{BFE50FCF-E27C-48D3-B63F-64617014E027}" presName="accentRepeatNode" presStyleLbl="solidFgAcc1" presStyleIdx="2" presStyleCnt="3" custScaleX="117000" custScaleY="117000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C1FDCCAB-2346-46D4-A1D8-6B5600CCF2ED}" type="presOf" srcId="{8F236520-E3E7-4363-A559-C402CF554CC4}" destId="{44FB2312-45D4-4427-A2DC-AC341FF4E45F}" srcOrd="0" destOrd="0" presId="urn:microsoft.com/office/officeart/2008/layout/VerticalCurvedList"/>
    <dgm:cxn modelId="{C85A3D7B-24A5-4B18-AE26-0E02640549BA}" type="presOf" srcId="{996BC1B1-952E-46E8-8477-E3F8A1AD210C}" destId="{7BA43F82-A43A-45AB-80CA-6364CAD17A65}" srcOrd="0" destOrd="0" presId="urn:microsoft.com/office/officeart/2008/layout/VerticalCurvedList"/>
    <dgm:cxn modelId="{E1D1E97B-F47A-4F29-9D12-B5EA38503D78}" type="presOf" srcId="{0A34F38E-E2C9-4FB5-AB62-65C7254E9E9E}" destId="{078A49F1-EB03-4523-8D4F-9A9F2F7575AF}" srcOrd="0" destOrd="0" presId="urn:microsoft.com/office/officeart/2008/layout/VerticalCurvedList"/>
    <dgm:cxn modelId="{06FDDF71-9EFD-4A97-B3FD-52FB1A9BDD4D}" srcId="{781C6BC2-7E8E-45F5-84BE-CD374BED561B}" destId="{8F236520-E3E7-4363-A559-C402CF554CC4}" srcOrd="1" destOrd="0" parTransId="{D60BE4F1-9213-467F-8981-640E2E2024B1}" sibTransId="{2CE2F219-98C5-4599-A40B-AC34B6086F51}"/>
    <dgm:cxn modelId="{356AA1E3-B261-4581-A8E6-9BCFB04A9D46}" srcId="{781C6BC2-7E8E-45F5-84BE-CD374BED561B}" destId="{0A34F38E-E2C9-4FB5-AB62-65C7254E9E9E}" srcOrd="0" destOrd="0" parTransId="{105610FE-C095-46D5-BB22-BEC56D68E337}" sibTransId="{996BC1B1-952E-46E8-8477-E3F8A1AD210C}"/>
    <dgm:cxn modelId="{2A91D861-AD5D-45B7-8340-1C1DE54DC45D}" type="presOf" srcId="{BFE50FCF-E27C-48D3-B63F-64617014E027}" destId="{7AB23030-47E3-4D1D-A83F-ACAACBBC1E60}" srcOrd="0" destOrd="0" presId="urn:microsoft.com/office/officeart/2008/layout/VerticalCurvedList"/>
    <dgm:cxn modelId="{FC5C0DFA-7BD2-4F77-B9D5-18DBDF98AAAE}" type="presOf" srcId="{781C6BC2-7E8E-45F5-84BE-CD374BED561B}" destId="{07702062-84BE-4800-AE16-81DC01E575DC}" srcOrd="0" destOrd="0" presId="urn:microsoft.com/office/officeart/2008/layout/VerticalCurvedList"/>
    <dgm:cxn modelId="{3CC1BEAC-B42D-4DD4-ACD1-E7737FB2ACF4}" srcId="{781C6BC2-7E8E-45F5-84BE-CD374BED561B}" destId="{BFE50FCF-E27C-48D3-B63F-64617014E027}" srcOrd="2" destOrd="0" parTransId="{71483F1D-7FFC-4D43-9D48-933EDB7EF388}" sibTransId="{9B07C989-72FB-4CEC-9E8A-C0DDD00A1C8E}"/>
    <dgm:cxn modelId="{AE6B3A94-F714-4AA2-A6DF-2C22414E270B}" type="presParOf" srcId="{07702062-84BE-4800-AE16-81DC01E575DC}" destId="{DDAF58B0-4464-437D-9086-AF3D44006117}" srcOrd="0" destOrd="0" presId="urn:microsoft.com/office/officeart/2008/layout/VerticalCurvedList"/>
    <dgm:cxn modelId="{B6B7E02E-30DC-4FA2-B21F-04C3F3A5C0FA}" type="presParOf" srcId="{DDAF58B0-4464-437D-9086-AF3D44006117}" destId="{0F4E2AA7-4374-4119-85CA-2B88718AE660}" srcOrd="0" destOrd="0" presId="urn:microsoft.com/office/officeart/2008/layout/VerticalCurvedList"/>
    <dgm:cxn modelId="{427722CB-CF42-4BB4-8C25-51BEF5D21617}" type="presParOf" srcId="{0F4E2AA7-4374-4119-85CA-2B88718AE660}" destId="{BE279EF4-1115-4042-A259-D59D9E032132}" srcOrd="0" destOrd="0" presId="urn:microsoft.com/office/officeart/2008/layout/VerticalCurvedList"/>
    <dgm:cxn modelId="{6AA71DD7-9EEB-42A4-AB7A-448344BB88D1}" type="presParOf" srcId="{0F4E2AA7-4374-4119-85CA-2B88718AE660}" destId="{7BA43F82-A43A-45AB-80CA-6364CAD17A65}" srcOrd="1" destOrd="0" presId="urn:microsoft.com/office/officeart/2008/layout/VerticalCurvedList"/>
    <dgm:cxn modelId="{3118E5B3-23C4-4C7D-9432-DBF37E7EF688}" type="presParOf" srcId="{0F4E2AA7-4374-4119-85CA-2B88718AE660}" destId="{BD3FBA97-01B1-41D1-BF6A-6CBC45F514B3}" srcOrd="2" destOrd="0" presId="urn:microsoft.com/office/officeart/2008/layout/VerticalCurvedList"/>
    <dgm:cxn modelId="{9BCA83CA-0753-485F-9A35-D0A96060029F}" type="presParOf" srcId="{0F4E2AA7-4374-4119-85CA-2B88718AE660}" destId="{C38F856D-278A-4C8A-95E2-99FA7B160BA9}" srcOrd="3" destOrd="0" presId="urn:microsoft.com/office/officeart/2008/layout/VerticalCurvedList"/>
    <dgm:cxn modelId="{C262EFE6-F346-4995-892D-4772A67000A5}" type="presParOf" srcId="{DDAF58B0-4464-437D-9086-AF3D44006117}" destId="{078A49F1-EB03-4523-8D4F-9A9F2F7575AF}" srcOrd="1" destOrd="0" presId="urn:microsoft.com/office/officeart/2008/layout/VerticalCurvedList"/>
    <dgm:cxn modelId="{28C95BB6-4CFF-4B2C-B89D-E2BD35BFC4B3}" type="presParOf" srcId="{DDAF58B0-4464-437D-9086-AF3D44006117}" destId="{88811FBB-021C-41A8-AFA4-59E9BD705F1E}" srcOrd="2" destOrd="0" presId="urn:microsoft.com/office/officeart/2008/layout/VerticalCurvedList"/>
    <dgm:cxn modelId="{1B0FBB85-2427-454B-A5B9-ECBE752BA6A9}" type="presParOf" srcId="{88811FBB-021C-41A8-AFA4-59E9BD705F1E}" destId="{1DBAF1A9-6DFC-4740-8622-672419719B99}" srcOrd="0" destOrd="0" presId="urn:microsoft.com/office/officeart/2008/layout/VerticalCurvedList"/>
    <dgm:cxn modelId="{B00C11D2-5760-4642-95EA-EB6099859661}" type="presParOf" srcId="{DDAF58B0-4464-437D-9086-AF3D44006117}" destId="{44FB2312-45D4-4427-A2DC-AC341FF4E45F}" srcOrd="3" destOrd="0" presId="urn:microsoft.com/office/officeart/2008/layout/VerticalCurvedList"/>
    <dgm:cxn modelId="{9B9A08CB-71F9-4D0B-BF80-334A49B31A78}" type="presParOf" srcId="{DDAF58B0-4464-437D-9086-AF3D44006117}" destId="{26A5921B-0075-40A5-BF43-E06D87280F44}" srcOrd="4" destOrd="0" presId="urn:microsoft.com/office/officeart/2008/layout/VerticalCurvedList"/>
    <dgm:cxn modelId="{C9846E69-08FA-4DC5-AF90-C40A28A10974}" type="presParOf" srcId="{26A5921B-0075-40A5-BF43-E06D87280F44}" destId="{1E432F70-6EB9-4288-834C-1E39C4E6D6F3}" srcOrd="0" destOrd="0" presId="urn:microsoft.com/office/officeart/2008/layout/VerticalCurvedList"/>
    <dgm:cxn modelId="{915E51AA-324F-43BE-AD06-EE9175310F88}" type="presParOf" srcId="{DDAF58B0-4464-437D-9086-AF3D44006117}" destId="{7AB23030-47E3-4D1D-A83F-ACAACBBC1E60}" srcOrd="5" destOrd="0" presId="urn:microsoft.com/office/officeart/2008/layout/VerticalCurvedList"/>
    <dgm:cxn modelId="{9EF867E6-D103-4329-9746-C8277201F676}" type="presParOf" srcId="{DDAF58B0-4464-437D-9086-AF3D44006117}" destId="{19C81FBF-0269-43E2-95B2-206EC12E5EF2}" srcOrd="6" destOrd="0" presId="urn:microsoft.com/office/officeart/2008/layout/VerticalCurvedList"/>
    <dgm:cxn modelId="{FF32E1D8-6586-4F8C-AF2B-6778190D2486}" type="presParOf" srcId="{19C81FBF-0269-43E2-95B2-206EC12E5EF2}" destId="{DD638958-B4F1-4D50-884D-E7CDED6583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E1D036-2ABA-48C3-8350-F46BCDC38AB6}" type="doc">
      <dgm:prSet loTypeId="urn:microsoft.com/office/officeart/2005/8/layout/vList4" loCatId="picture" qsTypeId="urn:microsoft.com/office/officeart/2005/8/quickstyle/3d2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0BFD5A54-F765-4250-89CB-924099C2965C}">
      <dgm:prSet phldrT="[Text]"/>
      <dgm:spPr/>
      <dgm:t>
        <a:bodyPr/>
        <a:lstStyle/>
        <a:p>
          <a:r>
            <a:rPr lang="en-US" dirty="0" smtClean="0"/>
            <a:t>Stakeholder Satisfaction</a:t>
          </a:r>
          <a:endParaRPr lang="en-US" dirty="0"/>
        </a:p>
      </dgm:t>
    </dgm:pt>
    <dgm:pt modelId="{4A9E24CB-CCAA-41AC-A450-B966F2520551}" type="parTrans" cxnId="{105805A3-4B01-492C-8341-54B91A68A3F9}">
      <dgm:prSet/>
      <dgm:spPr/>
      <dgm:t>
        <a:bodyPr/>
        <a:lstStyle/>
        <a:p>
          <a:endParaRPr lang="en-US"/>
        </a:p>
      </dgm:t>
    </dgm:pt>
    <dgm:pt modelId="{259BC1B8-3808-4851-AEB3-8CB363DFC5A0}" type="sibTrans" cxnId="{105805A3-4B01-492C-8341-54B91A68A3F9}">
      <dgm:prSet/>
      <dgm:spPr/>
      <dgm:t>
        <a:bodyPr/>
        <a:lstStyle/>
        <a:p>
          <a:endParaRPr lang="en-US"/>
        </a:p>
      </dgm:t>
    </dgm:pt>
    <dgm:pt modelId="{AEB35E55-077F-4E98-8763-95C2AE4C9CC8}">
      <dgm:prSet phldrT="[Text]"/>
      <dgm:spPr/>
      <dgm:t>
        <a:bodyPr/>
        <a:lstStyle/>
        <a:p>
          <a:r>
            <a:rPr lang="en-US" smtClean="0"/>
            <a:t>Maintain Profitability</a:t>
          </a:r>
          <a:endParaRPr lang="en-US"/>
        </a:p>
      </dgm:t>
    </dgm:pt>
    <dgm:pt modelId="{9569663A-704B-4D75-B4D6-BF62D1D42572}" type="parTrans" cxnId="{A1CA44E9-F779-4DAC-AD0C-161D7EEC8916}">
      <dgm:prSet/>
      <dgm:spPr/>
      <dgm:t>
        <a:bodyPr/>
        <a:lstStyle/>
        <a:p>
          <a:endParaRPr lang="en-US"/>
        </a:p>
      </dgm:t>
    </dgm:pt>
    <dgm:pt modelId="{EB601A40-AA7F-4D0B-ABE1-9F626AA6F66A}" type="sibTrans" cxnId="{A1CA44E9-F779-4DAC-AD0C-161D7EEC8916}">
      <dgm:prSet/>
      <dgm:spPr/>
      <dgm:t>
        <a:bodyPr/>
        <a:lstStyle/>
        <a:p>
          <a:endParaRPr lang="en-US"/>
        </a:p>
      </dgm:t>
    </dgm:pt>
    <dgm:pt modelId="{1BB10BD8-632A-4068-8986-DCD80F52F223}">
      <dgm:prSet phldrT="[Text]"/>
      <dgm:spPr/>
      <dgm:t>
        <a:bodyPr/>
        <a:lstStyle/>
        <a:p>
          <a:r>
            <a:rPr lang="en-US" smtClean="0"/>
            <a:t>Inculcate Scope Change</a:t>
          </a:r>
          <a:endParaRPr lang="en-US"/>
        </a:p>
      </dgm:t>
    </dgm:pt>
    <dgm:pt modelId="{53057FAC-D557-4539-BC46-E41DB327D795}" type="parTrans" cxnId="{D688F5DB-57B8-43BD-84AF-79CFC3D7C9DD}">
      <dgm:prSet/>
      <dgm:spPr/>
      <dgm:t>
        <a:bodyPr/>
        <a:lstStyle/>
        <a:p>
          <a:endParaRPr lang="en-US"/>
        </a:p>
      </dgm:t>
    </dgm:pt>
    <dgm:pt modelId="{3BE28D71-D2A0-4230-AB7A-B474DAFFF851}" type="sibTrans" cxnId="{D688F5DB-57B8-43BD-84AF-79CFC3D7C9DD}">
      <dgm:prSet/>
      <dgm:spPr/>
      <dgm:t>
        <a:bodyPr/>
        <a:lstStyle/>
        <a:p>
          <a:endParaRPr lang="en-US"/>
        </a:p>
      </dgm:t>
    </dgm:pt>
    <dgm:pt modelId="{A73B2898-A842-4159-9079-02878F4F6C91}">
      <dgm:prSet phldrT="[Text]"/>
      <dgm:spPr/>
      <dgm:t>
        <a:bodyPr/>
        <a:lstStyle/>
        <a:p>
          <a:r>
            <a:rPr lang="en-US" dirty="0" smtClean="0"/>
            <a:t>Lessons Learnt</a:t>
          </a:r>
          <a:endParaRPr lang="en-US" dirty="0"/>
        </a:p>
      </dgm:t>
    </dgm:pt>
    <dgm:pt modelId="{B1E83C64-BB3C-42EB-9D33-5A7074FD9F64}" type="parTrans" cxnId="{1A4C27A6-621A-469F-8307-7E4F5DCDE736}">
      <dgm:prSet/>
      <dgm:spPr/>
      <dgm:t>
        <a:bodyPr/>
        <a:lstStyle/>
        <a:p>
          <a:endParaRPr lang="en-US"/>
        </a:p>
      </dgm:t>
    </dgm:pt>
    <dgm:pt modelId="{D72A46AE-BCED-4EB3-AE8F-BE57F47367CB}" type="sibTrans" cxnId="{1A4C27A6-621A-469F-8307-7E4F5DCDE736}">
      <dgm:prSet/>
      <dgm:spPr/>
      <dgm:t>
        <a:bodyPr/>
        <a:lstStyle/>
        <a:p>
          <a:endParaRPr lang="en-US"/>
        </a:p>
      </dgm:t>
    </dgm:pt>
    <dgm:pt modelId="{7A9DF4E7-CC76-4A92-B48B-8A2911604655}">
      <dgm:prSet phldrT="[Text]"/>
      <dgm:spPr/>
      <dgm:t>
        <a:bodyPr/>
        <a:lstStyle/>
        <a:p>
          <a:r>
            <a:rPr lang="en-US" dirty="0" smtClean="0"/>
            <a:t>Early to Market</a:t>
          </a:r>
          <a:endParaRPr lang="en-US" dirty="0"/>
        </a:p>
      </dgm:t>
    </dgm:pt>
    <dgm:pt modelId="{72F8805E-9649-4125-BE96-625EE35AB4FE}" type="parTrans" cxnId="{1742C717-F02E-4A9C-9DB2-6CCA703CCAC3}">
      <dgm:prSet/>
      <dgm:spPr/>
      <dgm:t>
        <a:bodyPr/>
        <a:lstStyle/>
        <a:p>
          <a:endParaRPr lang="en-US"/>
        </a:p>
      </dgm:t>
    </dgm:pt>
    <dgm:pt modelId="{4376044F-A32C-431F-A8FA-FE37CD88148E}" type="sibTrans" cxnId="{1742C717-F02E-4A9C-9DB2-6CCA703CCAC3}">
      <dgm:prSet/>
      <dgm:spPr/>
      <dgm:t>
        <a:bodyPr/>
        <a:lstStyle/>
        <a:p>
          <a:endParaRPr lang="en-US"/>
        </a:p>
      </dgm:t>
    </dgm:pt>
    <dgm:pt modelId="{A68B5910-8816-401C-AD0F-1C2F89293915}" type="pres">
      <dgm:prSet presAssocID="{56E1D036-2ABA-48C3-8350-F46BCDC38AB6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309E93D-0C48-478E-BD06-9E3A1E961136}" type="pres">
      <dgm:prSet presAssocID="{0BFD5A54-F765-4250-89CB-924099C2965C}" presName="comp" presStyleCnt="0"/>
      <dgm:spPr/>
    </dgm:pt>
    <dgm:pt modelId="{16CC4F20-3668-4462-A384-04FADA6E5011}" type="pres">
      <dgm:prSet presAssocID="{0BFD5A54-F765-4250-89CB-924099C2965C}" presName="box" presStyleLbl="node1" presStyleIdx="0" presStyleCnt="5"/>
      <dgm:spPr/>
      <dgm:t>
        <a:bodyPr/>
        <a:lstStyle/>
        <a:p>
          <a:endParaRPr lang="en-US"/>
        </a:p>
      </dgm:t>
    </dgm:pt>
    <dgm:pt modelId="{95676774-7171-4B57-84B3-0EB9AF5D1AEF}" type="pres">
      <dgm:prSet presAssocID="{0BFD5A54-F765-4250-89CB-924099C2965C}" presName="img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</dgm:spPr>
    </dgm:pt>
    <dgm:pt modelId="{B390EBC2-9CAC-46C7-B3B1-B8ECB5E1D59F}" type="pres">
      <dgm:prSet presAssocID="{0BFD5A54-F765-4250-89CB-924099C2965C}" presName="text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09A474-3947-42F9-904D-28CEF8A25DFE}" type="pres">
      <dgm:prSet presAssocID="{259BC1B8-3808-4851-AEB3-8CB363DFC5A0}" presName="spacer" presStyleCnt="0"/>
      <dgm:spPr/>
    </dgm:pt>
    <dgm:pt modelId="{8E418E39-7C1D-4B97-BF7D-67FA0F14936B}" type="pres">
      <dgm:prSet presAssocID="{AEB35E55-077F-4E98-8763-95C2AE4C9CC8}" presName="comp" presStyleCnt="0"/>
      <dgm:spPr/>
    </dgm:pt>
    <dgm:pt modelId="{55C30681-D17D-4658-BA75-410F26103127}" type="pres">
      <dgm:prSet presAssocID="{AEB35E55-077F-4E98-8763-95C2AE4C9CC8}" presName="box" presStyleLbl="node1" presStyleIdx="1" presStyleCnt="5"/>
      <dgm:spPr/>
      <dgm:t>
        <a:bodyPr/>
        <a:lstStyle/>
        <a:p>
          <a:endParaRPr lang="en-US"/>
        </a:p>
      </dgm:t>
    </dgm:pt>
    <dgm:pt modelId="{DF108608-D170-4A49-AD0C-B501CCD08B98}" type="pres">
      <dgm:prSet presAssocID="{AEB35E55-077F-4E98-8763-95C2AE4C9CC8}" presName="img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4000" b="-24000"/>
          </a:stretch>
        </a:blipFill>
      </dgm:spPr>
    </dgm:pt>
    <dgm:pt modelId="{23BCBAF8-4989-4239-ACA4-4461B31EDE1B}" type="pres">
      <dgm:prSet presAssocID="{AEB35E55-077F-4E98-8763-95C2AE4C9CC8}" presName="text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7E24E9-BB75-47D7-91BE-12BD6C30FA16}" type="pres">
      <dgm:prSet presAssocID="{EB601A40-AA7F-4D0B-ABE1-9F626AA6F66A}" presName="spacer" presStyleCnt="0"/>
      <dgm:spPr/>
    </dgm:pt>
    <dgm:pt modelId="{2AF5759F-366F-4140-8662-953E6B450FD0}" type="pres">
      <dgm:prSet presAssocID="{1BB10BD8-632A-4068-8986-DCD80F52F223}" presName="comp" presStyleCnt="0"/>
      <dgm:spPr/>
    </dgm:pt>
    <dgm:pt modelId="{3B1019D1-156C-45F9-B5B9-D4EE344A183D}" type="pres">
      <dgm:prSet presAssocID="{1BB10BD8-632A-4068-8986-DCD80F52F223}" presName="box" presStyleLbl="node1" presStyleIdx="2" presStyleCnt="5"/>
      <dgm:spPr/>
      <dgm:t>
        <a:bodyPr/>
        <a:lstStyle/>
        <a:p>
          <a:endParaRPr lang="en-US"/>
        </a:p>
      </dgm:t>
    </dgm:pt>
    <dgm:pt modelId="{8E430CDF-F2DB-4AFD-8814-0FD99847D687}" type="pres">
      <dgm:prSet presAssocID="{1BB10BD8-632A-4068-8986-DCD80F52F223}" presName="img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2000" b="-42000"/>
          </a:stretch>
        </a:blipFill>
      </dgm:spPr>
    </dgm:pt>
    <dgm:pt modelId="{2F28BC1A-E161-481C-8E21-1052264E9DDA}" type="pres">
      <dgm:prSet presAssocID="{1BB10BD8-632A-4068-8986-DCD80F52F223}" presName="text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EA711F-488D-48A3-8415-5D5E9FA84108}" type="pres">
      <dgm:prSet presAssocID="{3BE28D71-D2A0-4230-AB7A-B474DAFFF851}" presName="spacer" presStyleCnt="0"/>
      <dgm:spPr/>
    </dgm:pt>
    <dgm:pt modelId="{BA365B74-424A-4625-A1E0-DF8D817F6ED4}" type="pres">
      <dgm:prSet presAssocID="{A73B2898-A842-4159-9079-02878F4F6C91}" presName="comp" presStyleCnt="0"/>
      <dgm:spPr/>
    </dgm:pt>
    <dgm:pt modelId="{95530CB8-1FF1-4B9E-8703-54F780ADA2D3}" type="pres">
      <dgm:prSet presAssocID="{A73B2898-A842-4159-9079-02878F4F6C91}" presName="box" presStyleLbl="node1" presStyleIdx="3" presStyleCnt="5"/>
      <dgm:spPr/>
      <dgm:t>
        <a:bodyPr/>
        <a:lstStyle/>
        <a:p>
          <a:endParaRPr lang="en-US"/>
        </a:p>
      </dgm:t>
    </dgm:pt>
    <dgm:pt modelId="{9FB42E90-FE3B-442D-8795-85F73CD58556}" type="pres">
      <dgm:prSet presAssocID="{A73B2898-A842-4159-9079-02878F4F6C91}" presName="img" presStyleLbl="fgImgPlac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BA13DDC2-D663-4127-94E2-CF559ED61720}" type="pres">
      <dgm:prSet presAssocID="{A73B2898-A842-4159-9079-02878F4F6C91}" presName="text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10C91E-A71B-4059-9E03-9CDA8C603B50}" type="pres">
      <dgm:prSet presAssocID="{D72A46AE-BCED-4EB3-AE8F-BE57F47367CB}" presName="spacer" presStyleCnt="0"/>
      <dgm:spPr/>
    </dgm:pt>
    <dgm:pt modelId="{25F5AF5F-CED5-423A-BB77-AED3BBE5FE85}" type="pres">
      <dgm:prSet presAssocID="{7A9DF4E7-CC76-4A92-B48B-8A2911604655}" presName="comp" presStyleCnt="0"/>
      <dgm:spPr/>
    </dgm:pt>
    <dgm:pt modelId="{5546C4E6-4A78-4459-8BB6-CD1B348A1D98}" type="pres">
      <dgm:prSet presAssocID="{7A9DF4E7-CC76-4A92-B48B-8A2911604655}" presName="box" presStyleLbl="node1" presStyleIdx="4" presStyleCnt="5"/>
      <dgm:spPr/>
      <dgm:t>
        <a:bodyPr/>
        <a:lstStyle/>
        <a:p>
          <a:endParaRPr lang="en-US"/>
        </a:p>
      </dgm:t>
    </dgm:pt>
    <dgm:pt modelId="{64D9021F-7225-486B-9301-EFD3EC29EF79}" type="pres">
      <dgm:prSet presAssocID="{7A9DF4E7-CC76-4A92-B48B-8A2911604655}" presName="img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310E8085-870E-4960-BD72-4C6A0E283DE5}" type="pres">
      <dgm:prSet presAssocID="{7A9DF4E7-CC76-4A92-B48B-8A2911604655}" presName="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EC319FE-AD3D-4691-9886-34DC0EF63DCF}" type="presOf" srcId="{AEB35E55-077F-4E98-8763-95C2AE4C9CC8}" destId="{55C30681-D17D-4658-BA75-410F26103127}" srcOrd="0" destOrd="0" presId="urn:microsoft.com/office/officeart/2005/8/layout/vList4"/>
    <dgm:cxn modelId="{D688F5DB-57B8-43BD-84AF-79CFC3D7C9DD}" srcId="{56E1D036-2ABA-48C3-8350-F46BCDC38AB6}" destId="{1BB10BD8-632A-4068-8986-DCD80F52F223}" srcOrd="2" destOrd="0" parTransId="{53057FAC-D557-4539-BC46-E41DB327D795}" sibTransId="{3BE28D71-D2A0-4230-AB7A-B474DAFFF851}"/>
    <dgm:cxn modelId="{062B7B3B-9C1B-4484-8867-6FD0932D122F}" type="presOf" srcId="{1BB10BD8-632A-4068-8986-DCD80F52F223}" destId="{2F28BC1A-E161-481C-8E21-1052264E9DDA}" srcOrd="1" destOrd="0" presId="urn:microsoft.com/office/officeart/2005/8/layout/vList4"/>
    <dgm:cxn modelId="{105805A3-4B01-492C-8341-54B91A68A3F9}" srcId="{56E1D036-2ABA-48C3-8350-F46BCDC38AB6}" destId="{0BFD5A54-F765-4250-89CB-924099C2965C}" srcOrd="0" destOrd="0" parTransId="{4A9E24CB-CCAA-41AC-A450-B966F2520551}" sibTransId="{259BC1B8-3808-4851-AEB3-8CB363DFC5A0}"/>
    <dgm:cxn modelId="{FAAE2ADC-526D-4C4D-B4F8-461BA64C8966}" type="presOf" srcId="{1BB10BD8-632A-4068-8986-DCD80F52F223}" destId="{3B1019D1-156C-45F9-B5B9-D4EE344A183D}" srcOrd="0" destOrd="0" presId="urn:microsoft.com/office/officeart/2005/8/layout/vList4"/>
    <dgm:cxn modelId="{76F26370-2C73-4FC9-9AAC-E6811E5CB88F}" type="presOf" srcId="{AEB35E55-077F-4E98-8763-95C2AE4C9CC8}" destId="{23BCBAF8-4989-4239-ACA4-4461B31EDE1B}" srcOrd="1" destOrd="0" presId="urn:microsoft.com/office/officeart/2005/8/layout/vList4"/>
    <dgm:cxn modelId="{EC66890F-2305-4EF6-8875-50EFB5F69B06}" type="presOf" srcId="{0BFD5A54-F765-4250-89CB-924099C2965C}" destId="{16CC4F20-3668-4462-A384-04FADA6E5011}" srcOrd="0" destOrd="0" presId="urn:microsoft.com/office/officeart/2005/8/layout/vList4"/>
    <dgm:cxn modelId="{1A4C27A6-621A-469F-8307-7E4F5DCDE736}" srcId="{56E1D036-2ABA-48C3-8350-F46BCDC38AB6}" destId="{A73B2898-A842-4159-9079-02878F4F6C91}" srcOrd="3" destOrd="0" parTransId="{B1E83C64-BB3C-42EB-9D33-5A7074FD9F64}" sibTransId="{D72A46AE-BCED-4EB3-AE8F-BE57F47367CB}"/>
    <dgm:cxn modelId="{68DC2CF9-858F-4AD6-93F8-58DE96C0B4B7}" type="presOf" srcId="{7A9DF4E7-CC76-4A92-B48B-8A2911604655}" destId="{5546C4E6-4A78-4459-8BB6-CD1B348A1D98}" srcOrd="0" destOrd="0" presId="urn:microsoft.com/office/officeart/2005/8/layout/vList4"/>
    <dgm:cxn modelId="{4C2A3185-1738-4C89-9F18-E64FC78B7213}" type="presOf" srcId="{A73B2898-A842-4159-9079-02878F4F6C91}" destId="{BA13DDC2-D663-4127-94E2-CF559ED61720}" srcOrd="1" destOrd="0" presId="urn:microsoft.com/office/officeart/2005/8/layout/vList4"/>
    <dgm:cxn modelId="{1742C717-F02E-4A9C-9DB2-6CCA703CCAC3}" srcId="{56E1D036-2ABA-48C3-8350-F46BCDC38AB6}" destId="{7A9DF4E7-CC76-4A92-B48B-8A2911604655}" srcOrd="4" destOrd="0" parTransId="{72F8805E-9649-4125-BE96-625EE35AB4FE}" sibTransId="{4376044F-A32C-431F-A8FA-FE37CD88148E}"/>
    <dgm:cxn modelId="{A1CA44E9-F779-4DAC-AD0C-161D7EEC8916}" srcId="{56E1D036-2ABA-48C3-8350-F46BCDC38AB6}" destId="{AEB35E55-077F-4E98-8763-95C2AE4C9CC8}" srcOrd="1" destOrd="0" parTransId="{9569663A-704B-4D75-B4D6-BF62D1D42572}" sibTransId="{EB601A40-AA7F-4D0B-ABE1-9F626AA6F66A}"/>
    <dgm:cxn modelId="{FFF84313-DDE8-4742-9D33-5C20E84ABAAA}" type="presOf" srcId="{0BFD5A54-F765-4250-89CB-924099C2965C}" destId="{B390EBC2-9CAC-46C7-B3B1-B8ECB5E1D59F}" srcOrd="1" destOrd="0" presId="urn:microsoft.com/office/officeart/2005/8/layout/vList4"/>
    <dgm:cxn modelId="{8AB2F66C-BE78-46CE-9579-8133643EFE95}" type="presOf" srcId="{A73B2898-A842-4159-9079-02878F4F6C91}" destId="{95530CB8-1FF1-4B9E-8703-54F780ADA2D3}" srcOrd="0" destOrd="0" presId="urn:microsoft.com/office/officeart/2005/8/layout/vList4"/>
    <dgm:cxn modelId="{36844794-BEA6-4C6B-B37F-09CCCED4812F}" type="presOf" srcId="{7A9DF4E7-CC76-4A92-B48B-8A2911604655}" destId="{310E8085-870E-4960-BD72-4C6A0E283DE5}" srcOrd="1" destOrd="0" presId="urn:microsoft.com/office/officeart/2005/8/layout/vList4"/>
    <dgm:cxn modelId="{9B3A14C3-1CEE-4260-A159-C51D9B29CAA4}" type="presOf" srcId="{56E1D036-2ABA-48C3-8350-F46BCDC38AB6}" destId="{A68B5910-8816-401C-AD0F-1C2F89293915}" srcOrd="0" destOrd="0" presId="urn:microsoft.com/office/officeart/2005/8/layout/vList4"/>
    <dgm:cxn modelId="{EF5C5AFC-B38F-42CE-A38F-EAC6E4B9E333}" type="presParOf" srcId="{A68B5910-8816-401C-AD0F-1C2F89293915}" destId="{F309E93D-0C48-478E-BD06-9E3A1E961136}" srcOrd="0" destOrd="0" presId="urn:microsoft.com/office/officeart/2005/8/layout/vList4"/>
    <dgm:cxn modelId="{385AC43F-B56D-4CA6-ACC4-CA1B4B96B682}" type="presParOf" srcId="{F309E93D-0C48-478E-BD06-9E3A1E961136}" destId="{16CC4F20-3668-4462-A384-04FADA6E5011}" srcOrd="0" destOrd="0" presId="urn:microsoft.com/office/officeart/2005/8/layout/vList4"/>
    <dgm:cxn modelId="{2CDF76C0-A4E5-4D97-A2F0-2341996F6138}" type="presParOf" srcId="{F309E93D-0C48-478E-BD06-9E3A1E961136}" destId="{95676774-7171-4B57-84B3-0EB9AF5D1AEF}" srcOrd="1" destOrd="0" presId="urn:microsoft.com/office/officeart/2005/8/layout/vList4"/>
    <dgm:cxn modelId="{242B9FE7-729C-48A4-9142-38DECF9D1B19}" type="presParOf" srcId="{F309E93D-0C48-478E-BD06-9E3A1E961136}" destId="{B390EBC2-9CAC-46C7-B3B1-B8ECB5E1D59F}" srcOrd="2" destOrd="0" presId="urn:microsoft.com/office/officeart/2005/8/layout/vList4"/>
    <dgm:cxn modelId="{62B1937E-0182-4A01-B15D-97CBCB265ED8}" type="presParOf" srcId="{A68B5910-8816-401C-AD0F-1C2F89293915}" destId="{A209A474-3947-42F9-904D-28CEF8A25DFE}" srcOrd="1" destOrd="0" presId="urn:microsoft.com/office/officeart/2005/8/layout/vList4"/>
    <dgm:cxn modelId="{28B5570F-BB87-437E-BB7F-8408DD78332C}" type="presParOf" srcId="{A68B5910-8816-401C-AD0F-1C2F89293915}" destId="{8E418E39-7C1D-4B97-BF7D-67FA0F14936B}" srcOrd="2" destOrd="0" presId="urn:microsoft.com/office/officeart/2005/8/layout/vList4"/>
    <dgm:cxn modelId="{F8679A8D-4260-4F30-91F4-4501855EAA35}" type="presParOf" srcId="{8E418E39-7C1D-4B97-BF7D-67FA0F14936B}" destId="{55C30681-D17D-4658-BA75-410F26103127}" srcOrd="0" destOrd="0" presId="urn:microsoft.com/office/officeart/2005/8/layout/vList4"/>
    <dgm:cxn modelId="{A81FDC02-9A79-4A65-A33E-C69AC0213573}" type="presParOf" srcId="{8E418E39-7C1D-4B97-BF7D-67FA0F14936B}" destId="{DF108608-D170-4A49-AD0C-B501CCD08B98}" srcOrd="1" destOrd="0" presId="urn:microsoft.com/office/officeart/2005/8/layout/vList4"/>
    <dgm:cxn modelId="{07A44257-A78E-455E-94AB-535A2B531AA5}" type="presParOf" srcId="{8E418E39-7C1D-4B97-BF7D-67FA0F14936B}" destId="{23BCBAF8-4989-4239-ACA4-4461B31EDE1B}" srcOrd="2" destOrd="0" presId="urn:microsoft.com/office/officeart/2005/8/layout/vList4"/>
    <dgm:cxn modelId="{706A7D38-9A3B-4C28-B557-F4E293A2E103}" type="presParOf" srcId="{A68B5910-8816-401C-AD0F-1C2F89293915}" destId="{EA7E24E9-BB75-47D7-91BE-12BD6C30FA16}" srcOrd="3" destOrd="0" presId="urn:microsoft.com/office/officeart/2005/8/layout/vList4"/>
    <dgm:cxn modelId="{BAF45918-7B94-478C-86DC-57D9BE309341}" type="presParOf" srcId="{A68B5910-8816-401C-AD0F-1C2F89293915}" destId="{2AF5759F-366F-4140-8662-953E6B450FD0}" srcOrd="4" destOrd="0" presId="urn:microsoft.com/office/officeart/2005/8/layout/vList4"/>
    <dgm:cxn modelId="{B6D03CF8-17BB-4ADA-B507-0DB1F79A1667}" type="presParOf" srcId="{2AF5759F-366F-4140-8662-953E6B450FD0}" destId="{3B1019D1-156C-45F9-B5B9-D4EE344A183D}" srcOrd="0" destOrd="0" presId="urn:microsoft.com/office/officeart/2005/8/layout/vList4"/>
    <dgm:cxn modelId="{66D4C564-4831-4C73-909B-F57415D4D80C}" type="presParOf" srcId="{2AF5759F-366F-4140-8662-953E6B450FD0}" destId="{8E430CDF-F2DB-4AFD-8814-0FD99847D687}" srcOrd="1" destOrd="0" presId="urn:microsoft.com/office/officeart/2005/8/layout/vList4"/>
    <dgm:cxn modelId="{77B3A1BF-3B41-4E17-98EC-724E9C729E50}" type="presParOf" srcId="{2AF5759F-366F-4140-8662-953E6B450FD0}" destId="{2F28BC1A-E161-481C-8E21-1052264E9DDA}" srcOrd="2" destOrd="0" presId="urn:microsoft.com/office/officeart/2005/8/layout/vList4"/>
    <dgm:cxn modelId="{D584D8DF-5D96-4BDB-96A1-CB3437F33520}" type="presParOf" srcId="{A68B5910-8816-401C-AD0F-1C2F89293915}" destId="{B4EA711F-488D-48A3-8415-5D5E9FA84108}" srcOrd="5" destOrd="0" presId="urn:microsoft.com/office/officeart/2005/8/layout/vList4"/>
    <dgm:cxn modelId="{140322BB-D7D8-44ED-B4E2-E6D8FAC0C74B}" type="presParOf" srcId="{A68B5910-8816-401C-AD0F-1C2F89293915}" destId="{BA365B74-424A-4625-A1E0-DF8D817F6ED4}" srcOrd="6" destOrd="0" presId="urn:microsoft.com/office/officeart/2005/8/layout/vList4"/>
    <dgm:cxn modelId="{DC022E9C-77BE-4746-BA6E-885E75DBD3A4}" type="presParOf" srcId="{BA365B74-424A-4625-A1E0-DF8D817F6ED4}" destId="{95530CB8-1FF1-4B9E-8703-54F780ADA2D3}" srcOrd="0" destOrd="0" presId="urn:microsoft.com/office/officeart/2005/8/layout/vList4"/>
    <dgm:cxn modelId="{7C1093AD-8CA1-4213-994F-A991C5C35A89}" type="presParOf" srcId="{BA365B74-424A-4625-A1E0-DF8D817F6ED4}" destId="{9FB42E90-FE3B-442D-8795-85F73CD58556}" srcOrd="1" destOrd="0" presId="urn:microsoft.com/office/officeart/2005/8/layout/vList4"/>
    <dgm:cxn modelId="{E5A87C7A-83A4-43A5-B7C7-4229F70D8C39}" type="presParOf" srcId="{BA365B74-424A-4625-A1E0-DF8D817F6ED4}" destId="{BA13DDC2-D663-4127-94E2-CF559ED61720}" srcOrd="2" destOrd="0" presId="urn:microsoft.com/office/officeart/2005/8/layout/vList4"/>
    <dgm:cxn modelId="{2E9C0D07-43C0-4603-B87C-F8B6D735E255}" type="presParOf" srcId="{A68B5910-8816-401C-AD0F-1C2F89293915}" destId="{7D10C91E-A71B-4059-9E03-9CDA8C603B50}" srcOrd="7" destOrd="0" presId="urn:microsoft.com/office/officeart/2005/8/layout/vList4"/>
    <dgm:cxn modelId="{E1F0C066-F1D6-4909-9E61-416BED2BEF0C}" type="presParOf" srcId="{A68B5910-8816-401C-AD0F-1C2F89293915}" destId="{25F5AF5F-CED5-423A-BB77-AED3BBE5FE85}" srcOrd="8" destOrd="0" presId="urn:microsoft.com/office/officeart/2005/8/layout/vList4"/>
    <dgm:cxn modelId="{5BDB2FFC-54D2-4820-A03E-7D5BC159F247}" type="presParOf" srcId="{25F5AF5F-CED5-423A-BB77-AED3BBE5FE85}" destId="{5546C4E6-4A78-4459-8BB6-CD1B348A1D98}" srcOrd="0" destOrd="0" presId="urn:microsoft.com/office/officeart/2005/8/layout/vList4"/>
    <dgm:cxn modelId="{0E277B14-1643-4DF2-B54C-2295A263CA94}" type="presParOf" srcId="{25F5AF5F-CED5-423A-BB77-AED3BBE5FE85}" destId="{64D9021F-7225-486B-9301-EFD3EC29EF79}" srcOrd="1" destOrd="0" presId="urn:microsoft.com/office/officeart/2005/8/layout/vList4"/>
    <dgm:cxn modelId="{EBF6A316-01D2-4B27-8F5A-71DC7ED6610B}" type="presParOf" srcId="{25F5AF5F-CED5-423A-BB77-AED3BBE5FE85}" destId="{310E8085-870E-4960-BD72-4C6A0E283DE5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50A114-354A-4F1C-AD2B-ED7AC9A6FE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6AD583AC-7496-4539-9F7A-30B9D3821460}">
      <dgm:prSet phldrT="[Text]" phldr="1"/>
      <dgm:spPr/>
      <dgm:t>
        <a:bodyPr/>
        <a:lstStyle/>
        <a:p>
          <a:endParaRPr lang="en-US"/>
        </a:p>
      </dgm:t>
    </dgm:pt>
    <dgm:pt modelId="{B3554065-F355-4643-95DF-DA90C03EC6EF}" type="parTrans" cxnId="{0AD2EDDE-B41E-4507-A2D9-CB3EC9A581D1}">
      <dgm:prSet/>
      <dgm:spPr/>
      <dgm:t>
        <a:bodyPr/>
        <a:lstStyle/>
        <a:p>
          <a:endParaRPr lang="en-US"/>
        </a:p>
      </dgm:t>
    </dgm:pt>
    <dgm:pt modelId="{7A8F8636-614E-45C8-B5D0-297B8924A1F6}" type="sibTrans" cxnId="{0AD2EDDE-B41E-4507-A2D9-CB3EC9A581D1}">
      <dgm:prSet/>
      <dgm:spPr/>
      <dgm:t>
        <a:bodyPr/>
        <a:lstStyle/>
        <a:p>
          <a:endParaRPr lang="en-US"/>
        </a:p>
      </dgm:t>
    </dgm:pt>
    <dgm:pt modelId="{BF7CAC6D-4251-4297-ABD5-75E2DF1AE879}">
      <dgm:prSet phldrT="[Text]" phldr="1"/>
      <dgm:spPr/>
      <dgm:t>
        <a:bodyPr/>
        <a:lstStyle/>
        <a:p>
          <a:endParaRPr lang="en-US"/>
        </a:p>
      </dgm:t>
    </dgm:pt>
    <dgm:pt modelId="{A69E4459-B236-4826-A0B6-2325D0E6B175}" type="parTrans" cxnId="{90ADC489-755C-425C-A148-8070B626CC9B}">
      <dgm:prSet/>
      <dgm:spPr/>
      <dgm:t>
        <a:bodyPr/>
        <a:lstStyle/>
        <a:p>
          <a:endParaRPr lang="en-US"/>
        </a:p>
      </dgm:t>
    </dgm:pt>
    <dgm:pt modelId="{91A92DBF-5CE1-4F29-8A82-CCF7945AB16F}" type="sibTrans" cxnId="{90ADC489-755C-425C-A148-8070B626CC9B}">
      <dgm:prSet/>
      <dgm:spPr/>
      <dgm:t>
        <a:bodyPr/>
        <a:lstStyle/>
        <a:p>
          <a:endParaRPr lang="en-US"/>
        </a:p>
      </dgm:t>
    </dgm:pt>
    <dgm:pt modelId="{306BC964-F233-426D-8F8E-515AE0F67051}">
      <dgm:prSet phldrT="[Text]" phldr="1"/>
      <dgm:spPr/>
      <dgm:t>
        <a:bodyPr/>
        <a:lstStyle/>
        <a:p>
          <a:endParaRPr lang="en-US"/>
        </a:p>
      </dgm:t>
    </dgm:pt>
    <dgm:pt modelId="{7A10E6F5-890D-47D2-8C1F-E1CAE1DC0CAA}" type="parTrans" cxnId="{C62D98EF-87AC-4D43-8515-D074E1091A4B}">
      <dgm:prSet/>
      <dgm:spPr/>
      <dgm:t>
        <a:bodyPr/>
        <a:lstStyle/>
        <a:p>
          <a:endParaRPr lang="en-US"/>
        </a:p>
      </dgm:t>
    </dgm:pt>
    <dgm:pt modelId="{7E7F4ED4-EBD0-4B1F-AEAB-9B3C0556B9CD}" type="sibTrans" cxnId="{C62D98EF-87AC-4D43-8515-D074E1091A4B}">
      <dgm:prSet/>
      <dgm:spPr/>
      <dgm:t>
        <a:bodyPr/>
        <a:lstStyle/>
        <a:p>
          <a:endParaRPr lang="en-US"/>
        </a:p>
      </dgm:t>
    </dgm:pt>
    <dgm:pt modelId="{B6833922-95FB-4C60-861D-4E32DD10A82F}" type="pres">
      <dgm:prSet presAssocID="{9D50A114-354A-4F1C-AD2B-ED7AC9A6FEFA}" presName="linearFlow" presStyleCnt="0">
        <dgm:presLayoutVars>
          <dgm:dir/>
          <dgm:resizeHandles val="exact"/>
        </dgm:presLayoutVars>
      </dgm:prSet>
      <dgm:spPr/>
    </dgm:pt>
    <dgm:pt modelId="{72E23EBA-E5E7-46F6-9418-415C86B148FB}" type="pres">
      <dgm:prSet presAssocID="{6AD583AC-7496-4539-9F7A-30B9D3821460}" presName="composite" presStyleCnt="0"/>
      <dgm:spPr/>
    </dgm:pt>
    <dgm:pt modelId="{BEE68DD3-7AF6-42E5-95FF-2696A26C484A}" type="pres">
      <dgm:prSet presAssocID="{6AD583AC-7496-4539-9F7A-30B9D3821460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</dgm:pt>
    <dgm:pt modelId="{A0B3B07C-ECFB-4722-99CB-66B29BAA905A}" type="pres">
      <dgm:prSet presAssocID="{6AD583AC-7496-4539-9F7A-30B9D3821460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15C8D9-09EE-4E80-9A7E-9F60E58D795C}" type="pres">
      <dgm:prSet presAssocID="{7A8F8636-614E-45C8-B5D0-297B8924A1F6}" presName="spacing" presStyleCnt="0"/>
      <dgm:spPr/>
    </dgm:pt>
    <dgm:pt modelId="{6FDC68C7-A696-48EE-B314-322DF2866F04}" type="pres">
      <dgm:prSet presAssocID="{BF7CAC6D-4251-4297-ABD5-75E2DF1AE879}" presName="composite" presStyleCnt="0"/>
      <dgm:spPr/>
    </dgm:pt>
    <dgm:pt modelId="{73AC43CD-ED48-4E0D-9617-4270FD8B4750}" type="pres">
      <dgm:prSet presAssocID="{BF7CAC6D-4251-4297-ABD5-75E2DF1AE879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CBAC857B-7BE8-4777-A0FA-7752FBB554D6}" type="pres">
      <dgm:prSet presAssocID="{BF7CAC6D-4251-4297-ABD5-75E2DF1AE879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8A16D-BCE7-44AF-A4C3-1EE402C3121D}" type="pres">
      <dgm:prSet presAssocID="{91A92DBF-5CE1-4F29-8A82-CCF7945AB16F}" presName="spacing" presStyleCnt="0"/>
      <dgm:spPr/>
    </dgm:pt>
    <dgm:pt modelId="{559DA955-D744-4387-A0F7-E5DEAC870570}" type="pres">
      <dgm:prSet presAssocID="{306BC964-F233-426D-8F8E-515AE0F67051}" presName="composite" presStyleCnt="0"/>
      <dgm:spPr/>
    </dgm:pt>
    <dgm:pt modelId="{688EC05A-5831-4831-BB4D-193427BF2B9B}" type="pres">
      <dgm:prSet presAssocID="{306BC964-F233-426D-8F8E-515AE0F67051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36282416-BABF-4C06-A183-5C4B6FD2BBF5}" type="pres">
      <dgm:prSet presAssocID="{306BC964-F233-426D-8F8E-515AE0F67051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0ADC489-755C-425C-A148-8070B626CC9B}" srcId="{9D50A114-354A-4F1C-AD2B-ED7AC9A6FEFA}" destId="{BF7CAC6D-4251-4297-ABD5-75E2DF1AE879}" srcOrd="1" destOrd="0" parTransId="{A69E4459-B236-4826-A0B6-2325D0E6B175}" sibTransId="{91A92DBF-5CE1-4F29-8A82-CCF7945AB16F}"/>
    <dgm:cxn modelId="{92D49AB2-5BD5-4EA3-89CF-2AFC33F833EE}" type="presOf" srcId="{9D50A114-354A-4F1C-AD2B-ED7AC9A6FEFA}" destId="{B6833922-95FB-4C60-861D-4E32DD10A82F}" srcOrd="0" destOrd="0" presId="urn:microsoft.com/office/officeart/2005/8/layout/vList3"/>
    <dgm:cxn modelId="{C2DB9C18-9C02-442B-9AD0-28E21E348814}" type="presOf" srcId="{6AD583AC-7496-4539-9F7A-30B9D3821460}" destId="{A0B3B07C-ECFB-4722-99CB-66B29BAA905A}" srcOrd="0" destOrd="0" presId="urn:microsoft.com/office/officeart/2005/8/layout/vList3"/>
    <dgm:cxn modelId="{FB25B9F0-7186-4617-9AB0-21A34FBD2F67}" type="presOf" srcId="{306BC964-F233-426D-8F8E-515AE0F67051}" destId="{36282416-BABF-4C06-A183-5C4B6FD2BBF5}" srcOrd="0" destOrd="0" presId="urn:microsoft.com/office/officeart/2005/8/layout/vList3"/>
    <dgm:cxn modelId="{0AD2EDDE-B41E-4507-A2D9-CB3EC9A581D1}" srcId="{9D50A114-354A-4F1C-AD2B-ED7AC9A6FEFA}" destId="{6AD583AC-7496-4539-9F7A-30B9D3821460}" srcOrd="0" destOrd="0" parTransId="{B3554065-F355-4643-95DF-DA90C03EC6EF}" sibTransId="{7A8F8636-614E-45C8-B5D0-297B8924A1F6}"/>
    <dgm:cxn modelId="{C62D98EF-87AC-4D43-8515-D074E1091A4B}" srcId="{9D50A114-354A-4F1C-AD2B-ED7AC9A6FEFA}" destId="{306BC964-F233-426D-8F8E-515AE0F67051}" srcOrd="2" destOrd="0" parTransId="{7A10E6F5-890D-47D2-8C1F-E1CAE1DC0CAA}" sibTransId="{7E7F4ED4-EBD0-4B1F-AEAB-9B3C0556B9CD}"/>
    <dgm:cxn modelId="{7725067E-58EB-498E-9B90-D5B0C8FA20D9}" type="presOf" srcId="{BF7CAC6D-4251-4297-ABD5-75E2DF1AE879}" destId="{CBAC857B-7BE8-4777-A0FA-7752FBB554D6}" srcOrd="0" destOrd="0" presId="urn:microsoft.com/office/officeart/2005/8/layout/vList3"/>
    <dgm:cxn modelId="{4EF3BF60-EC83-4C2C-88C5-393CBFCAE96E}" type="presParOf" srcId="{B6833922-95FB-4C60-861D-4E32DD10A82F}" destId="{72E23EBA-E5E7-46F6-9418-415C86B148FB}" srcOrd="0" destOrd="0" presId="urn:microsoft.com/office/officeart/2005/8/layout/vList3"/>
    <dgm:cxn modelId="{CF04756A-27E2-4389-A8E5-AF1737F9D6D3}" type="presParOf" srcId="{72E23EBA-E5E7-46F6-9418-415C86B148FB}" destId="{BEE68DD3-7AF6-42E5-95FF-2696A26C484A}" srcOrd="0" destOrd="0" presId="urn:microsoft.com/office/officeart/2005/8/layout/vList3"/>
    <dgm:cxn modelId="{CEF79F61-1B77-4684-9EE4-9ACAE221D9A5}" type="presParOf" srcId="{72E23EBA-E5E7-46F6-9418-415C86B148FB}" destId="{A0B3B07C-ECFB-4722-99CB-66B29BAA905A}" srcOrd="1" destOrd="0" presId="urn:microsoft.com/office/officeart/2005/8/layout/vList3"/>
    <dgm:cxn modelId="{349E257C-419F-429E-9AC3-4F38A0E1F9C4}" type="presParOf" srcId="{B6833922-95FB-4C60-861D-4E32DD10A82F}" destId="{6B15C8D9-09EE-4E80-9A7E-9F60E58D795C}" srcOrd="1" destOrd="0" presId="urn:microsoft.com/office/officeart/2005/8/layout/vList3"/>
    <dgm:cxn modelId="{9D579569-89E5-4B8C-A7D3-18BBD991A185}" type="presParOf" srcId="{B6833922-95FB-4C60-861D-4E32DD10A82F}" destId="{6FDC68C7-A696-48EE-B314-322DF2866F04}" srcOrd="2" destOrd="0" presId="urn:microsoft.com/office/officeart/2005/8/layout/vList3"/>
    <dgm:cxn modelId="{604001D3-BB05-41A2-A850-FC602419D359}" type="presParOf" srcId="{6FDC68C7-A696-48EE-B314-322DF2866F04}" destId="{73AC43CD-ED48-4E0D-9617-4270FD8B4750}" srcOrd="0" destOrd="0" presId="urn:microsoft.com/office/officeart/2005/8/layout/vList3"/>
    <dgm:cxn modelId="{F7FC5136-974C-40FD-9B60-377F3B093079}" type="presParOf" srcId="{6FDC68C7-A696-48EE-B314-322DF2866F04}" destId="{CBAC857B-7BE8-4777-A0FA-7752FBB554D6}" srcOrd="1" destOrd="0" presId="urn:microsoft.com/office/officeart/2005/8/layout/vList3"/>
    <dgm:cxn modelId="{40CC685B-EBBB-4DD3-BA40-34070F1C7AA8}" type="presParOf" srcId="{B6833922-95FB-4C60-861D-4E32DD10A82F}" destId="{A068A16D-BCE7-44AF-A4C3-1EE402C3121D}" srcOrd="3" destOrd="0" presId="urn:microsoft.com/office/officeart/2005/8/layout/vList3"/>
    <dgm:cxn modelId="{84869E11-4EE1-44BF-A9EA-E98D919909A2}" type="presParOf" srcId="{B6833922-95FB-4C60-861D-4E32DD10A82F}" destId="{559DA955-D744-4387-A0F7-E5DEAC870570}" srcOrd="4" destOrd="0" presId="urn:microsoft.com/office/officeart/2005/8/layout/vList3"/>
    <dgm:cxn modelId="{AE478DFB-6555-42FA-861E-765B45DEFCBD}" type="presParOf" srcId="{559DA955-D744-4387-A0F7-E5DEAC870570}" destId="{688EC05A-5831-4831-BB4D-193427BF2B9B}" srcOrd="0" destOrd="0" presId="urn:microsoft.com/office/officeart/2005/8/layout/vList3"/>
    <dgm:cxn modelId="{A21D2BA8-FF46-4C43-A6AA-C87DF52018A7}" type="presParOf" srcId="{559DA955-D744-4387-A0F7-E5DEAC870570}" destId="{36282416-BABF-4C06-A183-5C4B6FD2BBF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D50A114-354A-4F1C-AD2B-ED7AC9A6FE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6AD583AC-7496-4539-9F7A-30B9D3821460}">
      <dgm:prSet phldrT="[Text]" phldr="1"/>
      <dgm:spPr/>
      <dgm:t>
        <a:bodyPr/>
        <a:lstStyle/>
        <a:p>
          <a:endParaRPr lang="en-US"/>
        </a:p>
      </dgm:t>
    </dgm:pt>
    <dgm:pt modelId="{B3554065-F355-4643-95DF-DA90C03EC6EF}" type="parTrans" cxnId="{0AD2EDDE-B41E-4507-A2D9-CB3EC9A581D1}">
      <dgm:prSet/>
      <dgm:spPr/>
      <dgm:t>
        <a:bodyPr/>
        <a:lstStyle/>
        <a:p>
          <a:endParaRPr lang="en-US"/>
        </a:p>
      </dgm:t>
    </dgm:pt>
    <dgm:pt modelId="{7A8F8636-614E-45C8-B5D0-297B8924A1F6}" type="sibTrans" cxnId="{0AD2EDDE-B41E-4507-A2D9-CB3EC9A581D1}">
      <dgm:prSet/>
      <dgm:spPr/>
      <dgm:t>
        <a:bodyPr/>
        <a:lstStyle/>
        <a:p>
          <a:endParaRPr lang="en-US"/>
        </a:p>
      </dgm:t>
    </dgm:pt>
    <dgm:pt modelId="{BF7CAC6D-4251-4297-ABD5-75E2DF1AE879}">
      <dgm:prSet phldrT="[Text]" phldr="1"/>
      <dgm:spPr/>
      <dgm:t>
        <a:bodyPr/>
        <a:lstStyle/>
        <a:p>
          <a:endParaRPr lang="en-US"/>
        </a:p>
      </dgm:t>
    </dgm:pt>
    <dgm:pt modelId="{A69E4459-B236-4826-A0B6-2325D0E6B175}" type="parTrans" cxnId="{90ADC489-755C-425C-A148-8070B626CC9B}">
      <dgm:prSet/>
      <dgm:spPr/>
      <dgm:t>
        <a:bodyPr/>
        <a:lstStyle/>
        <a:p>
          <a:endParaRPr lang="en-US"/>
        </a:p>
      </dgm:t>
    </dgm:pt>
    <dgm:pt modelId="{91A92DBF-5CE1-4F29-8A82-CCF7945AB16F}" type="sibTrans" cxnId="{90ADC489-755C-425C-A148-8070B626CC9B}">
      <dgm:prSet/>
      <dgm:spPr/>
      <dgm:t>
        <a:bodyPr/>
        <a:lstStyle/>
        <a:p>
          <a:endParaRPr lang="en-US"/>
        </a:p>
      </dgm:t>
    </dgm:pt>
    <dgm:pt modelId="{306BC964-F233-426D-8F8E-515AE0F67051}">
      <dgm:prSet phldrT="[Text]" phldr="1"/>
      <dgm:spPr/>
      <dgm:t>
        <a:bodyPr/>
        <a:lstStyle/>
        <a:p>
          <a:endParaRPr lang="en-US"/>
        </a:p>
      </dgm:t>
    </dgm:pt>
    <dgm:pt modelId="{7A10E6F5-890D-47D2-8C1F-E1CAE1DC0CAA}" type="parTrans" cxnId="{C62D98EF-87AC-4D43-8515-D074E1091A4B}">
      <dgm:prSet/>
      <dgm:spPr/>
      <dgm:t>
        <a:bodyPr/>
        <a:lstStyle/>
        <a:p>
          <a:endParaRPr lang="en-US"/>
        </a:p>
      </dgm:t>
    </dgm:pt>
    <dgm:pt modelId="{7E7F4ED4-EBD0-4B1F-AEAB-9B3C0556B9CD}" type="sibTrans" cxnId="{C62D98EF-87AC-4D43-8515-D074E1091A4B}">
      <dgm:prSet/>
      <dgm:spPr/>
      <dgm:t>
        <a:bodyPr/>
        <a:lstStyle/>
        <a:p>
          <a:endParaRPr lang="en-US"/>
        </a:p>
      </dgm:t>
    </dgm:pt>
    <dgm:pt modelId="{B6833922-95FB-4C60-861D-4E32DD10A82F}" type="pres">
      <dgm:prSet presAssocID="{9D50A114-354A-4F1C-AD2B-ED7AC9A6FEFA}" presName="linearFlow" presStyleCnt="0">
        <dgm:presLayoutVars>
          <dgm:dir/>
          <dgm:resizeHandles val="exact"/>
        </dgm:presLayoutVars>
      </dgm:prSet>
      <dgm:spPr/>
    </dgm:pt>
    <dgm:pt modelId="{72E23EBA-E5E7-46F6-9418-415C86B148FB}" type="pres">
      <dgm:prSet presAssocID="{6AD583AC-7496-4539-9F7A-30B9D3821460}" presName="composite" presStyleCnt="0"/>
      <dgm:spPr/>
    </dgm:pt>
    <dgm:pt modelId="{BEE68DD3-7AF6-42E5-95FF-2696A26C484A}" type="pres">
      <dgm:prSet presAssocID="{6AD583AC-7496-4539-9F7A-30B9D3821460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</dgm:spPr>
    </dgm:pt>
    <dgm:pt modelId="{A0B3B07C-ECFB-4722-99CB-66B29BAA905A}" type="pres">
      <dgm:prSet presAssocID="{6AD583AC-7496-4539-9F7A-30B9D3821460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15C8D9-09EE-4E80-9A7E-9F60E58D795C}" type="pres">
      <dgm:prSet presAssocID="{7A8F8636-614E-45C8-B5D0-297B8924A1F6}" presName="spacing" presStyleCnt="0"/>
      <dgm:spPr/>
    </dgm:pt>
    <dgm:pt modelId="{6FDC68C7-A696-48EE-B314-322DF2866F04}" type="pres">
      <dgm:prSet presAssocID="{BF7CAC6D-4251-4297-ABD5-75E2DF1AE879}" presName="composite" presStyleCnt="0"/>
      <dgm:spPr/>
    </dgm:pt>
    <dgm:pt modelId="{73AC43CD-ED48-4E0D-9617-4270FD8B4750}" type="pres">
      <dgm:prSet presAssocID="{BF7CAC6D-4251-4297-ABD5-75E2DF1AE879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CBAC857B-7BE8-4777-A0FA-7752FBB554D6}" type="pres">
      <dgm:prSet presAssocID="{BF7CAC6D-4251-4297-ABD5-75E2DF1AE879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8A16D-BCE7-44AF-A4C3-1EE402C3121D}" type="pres">
      <dgm:prSet presAssocID="{91A92DBF-5CE1-4F29-8A82-CCF7945AB16F}" presName="spacing" presStyleCnt="0"/>
      <dgm:spPr/>
    </dgm:pt>
    <dgm:pt modelId="{559DA955-D744-4387-A0F7-E5DEAC870570}" type="pres">
      <dgm:prSet presAssocID="{306BC964-F233-426D-8F8E-515AE0F67051}" presName="composite" presStyleCnt="0"/>
      <dgm:spPr/>
    </dgm:pt>
    <dgm:pt modelId="{688EC05A-5831-4831-BB4D-193427BF2B9B}" type="pres">
      <dgm:prSet presAssocID="{306BC964-F233-426D-8F8E-515AE0F67051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en-US"/>
        </a:p>
      </dgm:t>
    </dgm:pt>
    <dgm:pt modelId="{36282416-BABF-4C06-A183-5C4B6FD2BBF5}" type="pres">
      <dgm:prSet presAssocID="{306BC964-F233-426D-8F8E-515AE0F67051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203CA84-3D72-4C48-A415-D6414B33D87B}" type="presOf" srcId="{306BC964-F233-426D-8F8E-515AE0F67051}" destId="{36282416-BABF-4C06-A183-5C4B6FD2BBF5}" srcOrd="0" destOrd="0" presId="urn:microsoft.com/office/officeart/2005/8/layout/vList3"/>
    <dgm:cxn modelId="{259EFC02-719C-4272-8CAE-48080C21AFBF}" type="presOf" srcId="{9D50A114-354A-4F1C-AD2B-ED7AC9A6FEFA}" destId="{B6833922-95FB-4C60-861D-4E32DD10A82F}" srcOrd="0" destOrd="0" presId="urn:microsoft.com/office/officeart/2005/8/layout/vList3"/>
    <dgm:cxn modelId="{C62D98EF-87AC-4D43-8515-D074E1091A4B}" srcId="{9D50A114-354A-4F1C-AD2B-ED7AC9A6FEFA}" destId="{306BC964-F233-426D-8F8E-515AE0F67051}" srcOrd="2" destOrd="0" parTransId="{7A10E6F5-890D-47D2-8C1F-E1CAE1DC0CAA}" sibTransId="{7E7F4ED4-EBD0-4B1F-AEAB-9B3C0556B9CD}"/>
    <dgm:cxn modelId="{90ADC489-755C-425C-A148-8070B626CC9B}" srcId="{9D50A114-354A-4F1C-AD2B-ED7AC9A6FEFA}" destId="{BF7CAC6D-4251-4297-ABD5-75E2DF1AE879}" srcOrd="1" destOrd="0" parTransId="{A69E4459-B236-4826-A0B6-2325D0E6B175}" sibTransId="{91A92DBF-5CE1-4F29-8A82-CCF7945AB16F}"/>
    <dgm:cxn modelId="{2BEA43DC-FAA0-43DA-98AB-A0A2D71C8C21}" type="presOf" srcId="{BF7CAC6D-4251-4297-ABD5-75E2DF1AE879}" destId="{CBAC857B-7BE8-4777-A0FA-7752FBB554D6}" srcOrd="0" destOrd="0" presId="urn:microsoft.com/office/officeart/2005/8/layout/vList3"/>
    <dgm:cxn modelId="{2A0703CD-01E6-41AE-AD6C-EB9792260461}" type="presOf" srcId="{6AD583AC-7496-4539-9F7A-30B9D3821460}" destId="{A0B3B07C-ECFB-4722-99CB-66B29BAA905A}" srcOrd="0" destOrd="0" presId="urn:microsoft.com/office/officeart/2005/8/layout/vList3"/>
    <dgm:cxn modelId="{0AD2EDDE-B41E-4507-A2D9-CB3EC9A581D1}" srcId="{9D50A114-354A-4F1C-AD2B-ED7AC9A6FEFA}" destId="{6AD583AC-7496-4539-9F7A-30B9D3821460}" srcOrd="0" destOrd="0" parTransId="{B3554065-F355-4643-95DF-DA90C03EC6EF}" sibTransId="{7A8F8636-614E-45C8-B5D0-297B8924A1F6}"/>
    <dgm:cxn modelId="{42C3504B-AD3A-4FD5-8181-8E0F627E32D4}" type="presParOf" srcId="{B6833922-95FB-4C60-861D-4E32DD10A82F}" destId="{72E23EBA-E5E7-46F6-9418-415C86B148FB}" srcOrd="0" destOrd="0" presId="urn:microsoft.com/office/officeart/2005/8/layout/vList3"/>
    <dgm:cxn modelId="{44A67DE6-9C90-403A-B63B-69A43FC23277}" type="presParOf" srcId="{72E23EBA-E5E7-46F6-9418-415C86B148FB}" destId="{BEE68DD3-7AF6-42E5-95FF-2696A26C484A}" srcOrd="0" destOrd="0" presId="urn:microsoft.com/office/officeart/2005/8/layout/vList3"/>
    <dgm:cxn modelId="{ED9DFCBD-4184-4A6A-8D11-60322AB2841E}" type="presParOf" srcId="{72E23EBA-E5E7-46F6-9418-415C86B148FB}" destId="{A0B3B07C-ECFB-4722-99CB-66B29BAA905A}" srcOrd="1" destOrd="0" presId="urn:microsoft.com/office/officeart/2005/8/layout/vList3"/>
    <dgm:cxn modelId="{52DF53BC-881F-4C43-96CC-5DC63AE04F80}" type="presParOf" srcId="{B6833922-95FB-4C60-861D-4E32DD10A82F}" destId="{6B15C8D9-09EE-4E80-9A7E-9F60E58D795C}" srcOrd="1" destOrd="0" presId="urn:microsoft.com/office/officeart/2005/8/layout/vList3"/>
    <dgm:cxn modelId="{BC1CA82B-C98F-4701-B82B-6DD862B3CD7A}" type="presParOf" srcId="{B6833922-95FB-4C60-861D-4E32DD10A82F}" destId="{6FDC68C7-A696-48EE-B314-322DF2866F04}" srcOrd="2" destOrd="0" presId="urn:microsoft.com/office/officeart/2005/8/layout/vList3"/>
    <dgm:cxn modelId="{A9612E2B-6E76-4B9B-BB16-ADA50825CE02}" type="presParOf" srcId="{6FDC68C7-A696-48EE-B314-322DF2866F04}" destId="{73AC43CD-ED48-4E0D-9617-4270FD8B4750}" srcOrd="0" destOrd="0" presId="urn:microsoft.com/office/officeart/2005/8/layout/vList3"/>
    <dgm:cxn modelId="{2431C5DC-9520-4336-8FC4-EE9290DF9A15}" type="presParOf" srcId="{6FDC68C7-A696-48EE-B314-322DF2866F04}" destId="{CBAC857B-7BE8-4777-A0FA-7752FBB554D6}" srcOrd="1" destOrd="0" presId="urn:microsoft.com/office/officeart/2005/8/layout/vList3"/>
    <dgm:cxn modelId="{45637BA8-F67F-4371-8B5D-2E216EE76928}" type="presParOf" srcId="{B6833922-95FB-4C60-861D-4E32DD10A82F}" destId="{A068A16D-BCE7-44AF-A4C3-1EE402C3121D}" srcOrd="3" destOrd="0" presId="urn:microsoft.com/office/officeart/2005/8/layout/vList3"/>
    <dgm:cxn modelId="{649DA533-E95B-4186-B398-8BA38672F9F3}" type="presParOf" srcId="{B6833922-95FB-4C60-861D-4E32DD10A82F}" destId="{559DA955-D744-4387-A0F7-E5DEAC870570}" srcOrd="4" destOrd="0" presId="urn:microsoft.com/office/officeart/2005/8/layout/vList3"/>
    <dgm:cxn modelId="{7D260951-9C14-4DDB-9DE8-6E962C23D826}" type="presParOf" srcId="{559DA955-D744-4387-A0F7-E5DEAC870570}" destId="{688EC05A-5831-4831-BB4D-193427BF2B9B}" srcOrd="0" destOrd="0" presId="urn:microsoft.com/office/officeart/2005/8/layout/vList3"/>
    <dgm:cxn modelId="{33D13B39-EC2F-4E62-A1BD-48686D4B0985}" type="presParOf" srcId="{559DA955-D744-4387-A0F7-E5DEAC870570}" destId="{36282416-BABF-4C06-A183-5C4B6FD2BBF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D50A114-354A-4F1C-AD2B-ED7AC9A6FE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6AD583AC-7496-4539-9F7A-30B9D3821460}">
      <dgm:prSet phldrT="[Text]" phldr="1"/>
      <dgm:spPr/>
      <dgm:t>
        <a:bodyPr/>
        <a:lstStyle/>
        <a:p>
          <a:endParaRPr lang="en-US"/>
        </a:p>
      </dgm:t>
    </dgm:pt>
    <dgm:pt modelId="{B3554065-F355-4643-95DF-DA90C03EC6EF}" type="parTrans" cxnId="{0AD2EDDE-B41E-4507-A2D9-CB3EC9A581D1}">
      <dgm:prSet/>
      <dgm:spPr/>
      <dgm:t>
        <a:bodyPr/>
        <a:lstStyle/>
        <a:p>
          <a:endParaRPr lang="en-US"/>
        </a:p>
      </dgm:t>
    </dgm:pt>
    <dgm:pt modelId="{7A8F8636-614E-45C8-B5D0-297B8924A1F6}" type="sibTrans" cxnId="{0AD2EDDE-B41E-4507-A2D9-CB3EC9A581D1}">
      <dgm:prSet/>
      <dgm:spPr/>
      <dgm:t>
        <a:bodyPr/>
        <a:lstStyle/>
        <a:p>
          <a:endParaRPr lang="en-US"/>
        </a:p>
      </dgm:t>
    </dgm:pt>
    <dgm:pt modelId="{BF7CAC6D-4251-4297-ABD5-75E2DF1AE879}">
      <dgm:prSet phldrT="[Text]" phldr="1"/>
      <dgm:spPr/>
      <dgm:t>
        <a:bodyPr/>
        <a:lstStyle/>
        <a:p>
          <a:endParaRPr lang="en-US"/>
        </a:p>
      </dgm:t>
    </dgm:pt>
    <dgm:pt modelId="{A69E4459-B236-4826-A0B6-2325D0E6B175}" type="parTrans" cxnId="{90ADC489-755C-425C-A148-8070B626CC9B}">
      <dgm:prSet/>
      <dgm:spPr/>
      <dgm:t>
        <a:bodyPr/>
        <a:lstStyle/>
        <a:p>
          <a:endParaRPr lang="en-US"/>
        </a:p>
      </dgm:t>
    </dgm:pt>
    <dgm:pt modelId="{91A92DBF-5CE1-4F29-8A82-CCF7945AB16F}" type="sibTrans" cxnId="{90ADC489-755C-425C-A148-8070B626CC9B}">
      <dgm:prSet/>
      <dgm:spPr/>
      <dgm:t>
        <a:bodyPr/>
        <a:lstStyle/>
        <a:p>
          <a:endParaRPr lang="en-US"/>
        </a:p>
      </dgm:t>
    </dgm:pt>
    <dgm:pt modelId="{306BC964-F233-426D-8F8E-515AE0F67051}">
      <dgm:prSet phldrT="[Text]" phldr="1"/>
      <dgm:spPr/>
      <dgm:t>
        <a:bodyPr/>
        <a:lstStyle/>
        <a:p>
          <a:endParaRPr lang="en-US"/>
        </a:p>
      </dgm:t>
    </dgm:pt>
    <dgm:pt modelId="{7A10E6F5-890D-47D2-8C1F-E1CAE1DC0CAA}" type="parTrans" cxnId="{C62D98EF-87AC-4D43-8515-D074E1091A4B}">
      <dgm:prSet/>
      <dgm:spPr/>
      <dgm:t>
        <a:bodyPr/>
        <a:lstStyle/>
        <a:p>
          <a:endParaRPr lang="en-US"/>
        </a:p>
      </dgm:t>
    </dgm:pt>
    <dgm:pt modelId="{7E7F4ED4-EBD0-4B1F-AEAB-9B3C0556B9CD}" type="sibTrans" cxnId="{C62D98EF-87AC-4D43-8515-D074E1091A4B}">
      <dgm:prSet/>
      <dgm:spPr/>
      <dgm:t>
        <a:bodyPr/>
        <a:lstStyle/>
        <a:p>
          <a:endParaRPr lang="en-US"/>
        </a:p>
      </dgm:t>
    </dgm:pt>
    <dgm:pt modelId="{B6833922-95FB-4C60-861D-4E32DD10A82F}" type="pres">
      <dgm:prSet presAssocID="{9D50A114-354A-4F1C-AD2B-ED7AC9A6FEFA}" presName="linearFlow" presStyleCnt="0">
        <dgm:presLayoutVars>
          <dgm:dir/>
          <dgm:resizeHandles val="exact"/>
        </dgm:presLayoutVars>
      </dgm:prSet>
      <dgm:spPr/>
    </dgm:pt>
    <dgm:pt modelId="{72E23EBA-E5E7-46F6-9418-415C86B148FB}" type="pres">
      <dgm:prSet presAssocID="{6AD583AC-7496-4539-9F7A-30B9D3821460}" presName="composite" presStyleCnt="0"/>
      <dgm:spPr/>
    </dgm:pt>
    <dgm:pt modelId="{BEE68DD3-7AF6-42E5-95FF-2696A26C484A}" type="pres">
      <dgm:prSet presAssocID="{6AD583AC-7496-4539-9F7A-30B9D3821460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0B3B07C-ECFB-4722-99CB-66B29BAA905A}" type="pres">
      <dgm:prSet presAssocID="{6AD583AC-7496-4539-9F7A-30B9D3821460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15C8D9-09EE-4E80-9A7E-9F60E58D795C}" type="pres">
      <dgm:prSet presAssocID="{7A8F8636-614E-45C8-B5D0-297B8924A1F6}" presName="spacing" presStyleCnt="0"/>
      <dgm:spPr/>
    </dgm:pt>
    <dgm:pt modelId="{6FDC68C7-A696-48EE-B314-322DF2866F04}" type="pres">
      <dgm:prSet presAssocID="{BF7CAC6D-4251-4297-ABD5-75E2DF1AE879}" presName="composite" presStyleCnt="0"/>
      <dgm:spPr/>
    </dgm:pt>
    <dgm:pt modelId="{73AC43CD-ED48-4E0D-9617-4270FD8B4750}" type="pres">
      <dgm:prSet presAssocID="{BF7CAC6D-4251-4297-ABD5-75E2DF1AE879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CBAC857B-7BE8-4777-A0FA-7752FBB554D6}" type="pres">
      <dgm:prSet presAssocID="{BF7CAC6D-4251-4297-ABD5-75E2DF1AE879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8A16D-BCE7-44AF-A4C3-1EE402C3121D}" type="pres">
      <dgm:prSet presAssocID="{91A92DBF-5CE1-4F29-8A82-CCF7945AB16F}" presName="spacing" presStyleCnt="0"/>
      <dgm:spPr/>
    </dgm:pt>
    <dgm:pt modelId="{559DA955-D744-4387-A0F7-E5DEAC870570}" type="pres">
      <dgm:prSet presAssocID="{306BC964-F233-426D-8F8E-515AE0F67051}" presName="composite" presStyleCnt="0"/>
      <dgm:spPr/>
    </dgm:pt>
    <dgm:pt modelId="{688EC05A-5831-4831-BB4D-193427BF2B9B}" type="pres">
      <dgm:prSet presAssocID="{306BC964-F233-426D-8F8E-515AE0F67051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en-US"/>
        </a:p>
      </dgm:t>
    </dgm:pt>
    <dgm:pt modelId="{36282416-BABF-4C06-A183-5C4B6FD2BBF5}" type="pres">
      <dgm:prSet presAssocID="{306BC964-F233-426D-8F8E-515AE0F67051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5E2E0E-1162-4528-931E-3FC8B831327A}" type="presOf" srcId="{6AD583AC-7496-4539-9F7A-30B9D3821460}" destId="{A0B3B07C-ECFB-4722-99CB-66B29BAA905A}" srcOrd="0" destOrd="0" presId="urn:microsoft.com/office/officeart/2005/8/layout/vList3"/>
    <dgm:cxn modelId="{90ADC489-755C-425C-A148-8070B626CC9B}" srcId="{9D50A114-354A-4F1C-AD2B-ED7AC9A6FEFA}" destId="{BF7CAC6D-4251-4297-ABD5-75E2DF1AE879}" srcOrd="1" destOrd="0" parTransId="{A69E4459-B236-4826-A0B6-2325D0E6B175}" sibTransId="{91A92DBF-5CE1-4F29-8A82-CCF7945AB16F}"/>
    <dgm:cxn modelId="{D67C1A55-CE33-4319-A311-D2E8A2B56886}" type="presOf" srcId="{9D50A114-354A-4F1C-AD2B-ED7AC9A6FEFA}" destId="{B6833922-95FB-4C60-861D-4E32DD10A82F}" srcOrd="0" destOrd="0" presId="urn:microsoft.com/office/officeart/2005/8/layout/vList3"/>
    <dgm:cxn modelId="{C5C30610-1E74-4502-805B-3D915C7BDA6D}" type="presOf" srcId="{306BC964-F233-426D-8F8E-515AE0F67051}" destId="{36282416-BABF-4C06-A183-5C4B6FD2BBF5}" srcOrd="0" destOrd="0" presId="urn:microsoft.com/office/officeart/2005/8/layout/vList3"/>
    <dgm:cxn modelId="{0AD2EDDE-B41E-4507-A2D9-CB3EC9A581D1}" srcId="{9D50A114-354A-4F1C-AD2B-ED7AC9A6FEFA}" destId="{6AD583AC-7496-4539-9F7A-30B9D3821460}" srcOrd="0" destOrd="0" parTransId="{B3554065-F355-4643-95DF-DA90C03EC6EF}" sibTransId="{7A8F8636-614E-45C8-B5D0-297B8924A1F6}"/>
    <dgm:cxn modelId="{C62D98EF-87AC-4D43-8515-D074E1091A4B}" srcId="{9D50A114-354A-4F1C-AD2B-ED7AC9A6FEFA}" destId="{306BC964-F233-426D-8F8E-515AE0F67051}" srcOrd="2" destOrd="0" parTransId="{7A10E6F5-890D-47D2-8C1F-E1CAE1DC0CAA}" sibTransId="{7E7F4ED4-EBD0-4B1F-AEAB-9B3C0556B9CD}"/>
    <dgm:cxn modelId="{E347FF14-A448-4D69-A4E0-EEF782BADAE6}" type="presOf" srcId="{BF7CAC6D-4251-4297-ABD5-75E2DF1AE879}" destId="{CBAC857B-7BE8-4777-A0FA-7752FBB554D6}" srcOrd="0" destOrd="0" presId="urn:microsoft.com/office/officeart/2005/8/layout/vList3"/>
    <dgm:cxn modelId="{B3199E49-1A66-467E-9313-A24615F21DCC}" type="presParOf" srcId="{B6833922-95FB-4C60-861D-4E32DD10A82F}" destId="{72E23EBA-E5E7-46F6-9418-415C86B148FB}" srcOrd="0" destOrd="0" presId="urn:microsoft.com/office/officeart/2005/8/layout/vList3"/>
    <dgm:cxn modelId="{1645D791-A9AB-4D54-B20E-4CA0F2C3106D}" type="presParOf" srcId="{72E23EBA-E5E7-46F6-9418-415C86B148FB}" destId="{BEE68DD3-7AF6-42E5-95FF-2696A26C484A}" srcOrd="0" destOrd="0" presId="urn:microsoft.com/office/officeart/2005/8/layout/vList3"/>
    <dgm:cxn modelId="{D93CA9E4-8EB5-422E-AF66-5C057E03A8E0}" type="presParOf" srcId="{72E23EBA-E5E7-46F6-9418-415C86B148FB}" destId="{A0B3B07C-ECFB-4722-99CB-66B29BAA905A}" srcOrd="1" destOrd="0" presId="urn:microsoft.com/office/officeart/2005/8/layout/vList3"/>
    <dgm:cxn modelId="{E6E773A6-FDE5-4EC0-A05F-8648BFDF45FE}" type="presParOf" srcId="{B6833922-95FB-4C60-861D-4E32DD10A82F}" destId="{6B15C8D9-09EE-4E80-9A7E-9F60E58D795C}" srcOrd="1" destOrd="0" presId="urn:microsoft.com/office/officeart/2005/8/layout/vList3"/>
    <dgm:cxn modelId="{18E73DA4-C55D-41C0-BCA6-2478B99D8525}" type="presParOf" srcId="{B6833922-95FB-4C60-861D-4E32DD10A82F}" destId="{6FDC68C7-A696-48EE-B314-322DF2866F04}" srcOrd="2" destOrd="0" presId="urn:microsoft.com/office/officeart/2005/8/layout/vList3"/>
    <dgm:cxn modelId="{EA8C46CE-1F7E-4F93-B919-C107DC75B916}" type="presParOf" srcId="{6FDC68C7-A696-48EE-B314-322DF2866F04}" destId="{73AC43CD-ED48-4E0D-9617-4270FD8B4750}" srcOrd="0" destOrd="0" presId="urn:microsoft.com/office/officeart/2005/8/layout/vList3"/>
    <dgm:cxn modelId="{3BF94A1E-EF6C-41AF-B76A-F555394F399D}" type="presParOf" srcId="{6FDC68C7-A696-48EE-B314-322DF2866F04}" destId="{CBAC857B-7BE8-4777-A0FA-7752FBB554D6}" srcOrd="1" destOrd="0" presId="urn:microsoft.com/office/officeart/2005/8/layout/vList3"/>
    <dgm:cxn modelId="{0D9FC4FC-9D96-4058-A2B7-9D2681FE17DF}" type="presParOf" srcId="{B6833922-95FB-4C60-861D-4E32DD10A82F}" destId="{A068A16D-BCE7-44AF-A4C3-1EE402C3121D}" srcOrd="3" destOrd="0" presId="urn:microsoft.com/office/officeart/2005/8/layout/vList3"/>
    <dgm:cxn modelId="{820129DF-02EA-46E7-9C5B-89B5EAF0B0CE}" type="presParOf" srcId="{B6833922-95FB-4C60-861D-4E32DD10A82F}" destId="{559DA955-D744-4387-A0F7-E5DEAC870570}" srcOrd="4" destOrd="0" presId="urn:microsoft.com/office/officeart/2005/8/layout/vList3"/>
    <dgm:cxn modelId="{6A2DD9B4-BE16-4BC3-9AE2-42AF6322EB1A}" type="presParOf" srcId="{559DA955-D744-4387-A0F7-E5DEAC870570}" destId="{688EC05A-5831-4831-BB4D-193427BF2B9B}" srcOrd="0" destOrd="0" presId="urn:microsoft.com/office/officeart/2005/8/layout/vList3"/>
    <dgm:cxn modelId="{0FAF6B1D-7C27-40B5-B127-D3124EF9F207}" type="presParOf" srcId="{559DA955-D744-4387-A0F7-E5DEAC870570}" destId="{36282416-BABF-4C06-A183-5C4B6FD2BBF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D50A114-354A-4F1C-AD2B-ED7AC9A6FE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6AD583AC-7496-4539-9F7A-30B9D3821460}">
      <dgm:prSet phldrT="[Text]" phldr="1"/>
      <dgm:spPr/>
      <dgm:t>
        <a:bodyPr/>
        <a:lstStyle/>
        <a:p>
          <a:endParaRPr lang="en-US"/>
        </a:p>
      </dgm:t>
    </dgm:pt>
    <dgm:pt modelId="{B3554065-F355-4643-95DF-DA90C03EC6EF}" type="parTrans" cxnId="{0AD2EDDE-B41E-4507-A2D9-CB3EC9A581D1}">
      <dgm:prSet/>
      <dgm:spPr/>
      <dgm:t>
        <a:bodyPr/>
        <a:lstStyle/>
        <a:p>
          <a:endParaRPr lang="en-US"/>
        </a:p>
      </dgm:t>
    </dgm:pt>
    <dgm:pt modelId="{7A8F8636-614E-45C8-B5D0-297B8924A1F6}" type="sibTrans" cxnId="{0AD2EDDE-B41E-4507-A2D9-CB3EC9A581D1}">
      <dgm:prSet/>
      <dgm:spPr/>
      <dgm:t>
        <a:bodyPr/>
        <a:lstStyle/>
        <a:p>
          <a:endParaRPr lang="en-US"/>
        </a:p>
      </dgm:t>
    </dgm:pt>
    <dgm:pt modelId="{BF7CAC6D-4251-4297-ABD5-75E2DF1AE879}">
      <dgm:prSet phldrT="[Text]" phldr="1"/>
      <dgm:spPr/>
      <dgm:t>
        <a:bodyPr/>
        <a:lstStyle/>
        <a:p>
          <a:endParaRPr lang="en-US"/>
        </a:p>
      </dgm:t>
    </dgm:pt>
    <dgm:pt modelId="{A69E4459-B236-4826-A0B6-2325D0E6B175}" type="parTrans" cxnId="{90ADC489-755C-425C-A148-8070B626CC9B}">
      <dgm:prSet/>
      <dgm:spPr/>
      <dgm:t>
        <a:bodyPr/>
        <a:lstStyle/>
        <a:p>
          <a:endParaRPr lang="en-US"/>
        </a:p>
      </dgm:t>
    </dgm:pt>
    <dgm:pt modelId="{91A92DBF-5CE1-4F29-8A82-CCF7945AB16F}" type="sibTrans" cxnId="{90ADC489-755C-425C-A148-8070B626CC9B}">
      <dgm:prSet/>
      <dgm:spPr/>
      <dgm:t>
        <a:bodyPr/>
        <a:lstStyle/>
        <a:p>
          <a:endParaRPr lang="en-US"/>
        </a:p>
      </dgm:t>
    </dgm:pt>
    <dgm:pt modelId="{306BC964-F233-426D-8F8E-515AE0F67051}">
      <dgm:prSet phldrT="[Text]" phldr="1"/>
      <dgm:spPr/>
      <dgm:t>
        <a:bodyPr/>
        <a:lstStyle/>
        <a:p>
          <a:endParaRPr lang="en-US" dirty="0"/>
        </a:p>
      </dgm:t>
    </dgm:pt>
    <dgm:pt modelId="{7A10E6F5-890D-47D2-8C1F-E1CAE1DC0CAA}" type="parTrans" cxnId="{C62D98EF-87AC-4D43-8515-D074E1091A4B}">
      <dgm:prSet/>
      <dgm:spPr/>
      <dgm:t>
        <a:bodyPr/>
        <a:lstStyle/>
        <a:p>
          <a:endParaRPr lang="en-US"/>
        </a:p>
      </dgm:t>
    </dgm:pt>
    <dgm:pt modelId="{7E7F4ED4-EBD0-4B1F-AEAB-9B3C0556B9CD}" type="sibTrans" cxnId="{C62D98EF-87AC-4D43-8515-D074E1091A4B}">
      <dgm:prSet/>
      <dgm:spPr/>
      <dgm:t>
        <a:bodyPr/>
        <a:lstStyle/>
        <a:p>
          <a:endParaRPr lang="en-US"/>
        </a:p>
      </dgm:t>
    </dgm:pt>
    <dgm:pt modelId="{23E6B88E-E6F0-4102-A936-0790E4CAFDFE}">
      <dgm:prSet phldrT="[Text]"/>
      <dgm:spPr/>
      <dgm:t>
        <a:bodyPr/>
        <a:lstStyle/>
        <a:p>
          <a:endParaRPr lang="en-US" dirty="0"/>
        </a:p>
      </dgm:t>
    </dgm:pt>
    <dgm:pt modelId="{E72769C3-DAB5-4EA2-BB42-1A382961D33B}" type="parTrans" cxnId="{A78A750D-699F-4C91-BAD2-9F8D5C2C8425}">
      <dgm:prSet/>
      <dgm:spPr/>
      <dgm:t>
        <a:bodyPr/>
        <a:lstStyle/>
        <a:p>
          <a:endParaRPr lang="en-US"/>
        </a:p>
      </dgm:t>
    </dgm:pt>
    <dgm:pt modelId="{DD1C9CD5-935D-411B-AE12-4AF408FD3676}" type="sibTrans" cxnId="{A78A750D-699F-4C91-BAD2-9F8D5C2C8425}">
      <dgm:prSet/>
      <dgm:spPr/>
      <dgm:t>
        <a:bodyPr/>
        <a:lstStyle/>
        <a:p>
          <a:endParaRPr lang="en-US"/>
        </a:p>
      </dgm:t>
    </dgm:pt>
    <dgm:pt modelId="{B6833922-95FB-4C60-861D-4E32DD10A82F}" type="pres">
      <dgm:prSet presAssocID="{9D50A114-354A-4F1C-AD2B-ED7AC9A6FEFA}" presName="linearFlow" presStyleCnt="0">
        <dgm:presLayoutVars>
          <dgm:dir/>
          <dgm:resizeHandles val="exact"/>
        </dgm:presLayoutVars>
      </dgm:prSet>
      <dgm:spPr/>
    </dgm:pt>
    <dgm:pt modelId="{72E23EBA-E5E7-46F6-9418-415C86B148FB}" type="pres">
      <dgm:prSet presAssocID="{6AD583AC-7496-4539-9F7A-30B9D3821460}" presName="composite" presStyleCnt="0"/>
      <dgm:spPr/>
    </dgm:pt>
    <dgm:pt modelId="{BEE68DD3-7AF6-42E5-95FF-2696A26C484A}" type="pres">
      <dgm:prSet presAssocID="{6AD583AC-7496-4539-9F7A-30B9D3821460}" presName="imgShp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A0B3B07C-ECFB-4722-99CB-66B29BAA905A}" type="pres">
      <dgm:prSet presAssocID="{6AD583AC-7496-4539-9F7A-30B9D3821460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15C8D9-09EE-4E80-9A7E-9F60E58D795C}" type="pres">
      <dgm:prSet presAssocID="{7A8F8636-614E-45C8-B5D0-297B8924A1F6}" presName="spacing" presStyleCnt="0"/>
      <dgm:spPr/>
    </dgm:pt>
    <dgm:pt modelId="{6FDC68C7-A696-48EE-B314-322DF2866F04}" type="pres">
      <dgm:prSet presAssocID="{BF7CAC6D-4251-4297-ABD5-75E2DF1AE879}" presName="composite" presStyleCnt="0"/>
      <dgm:spPr/>
    </dgm:pt>
    <dgm:pt modelId="{73AC43CD-ED48-4E0D-9617-4270FD8B4750}" type="pres">
      <dgm:prSet presAssocID="{BF7CAC6D-4251-4297-ABD5-75E2DF1AE879}" presName="imgShp" presStyleLbl="f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</dgm:spPr>
    </dgm:pt>
    <dgm:pt modelId="{CBAC857B-7BE8-4777-A0FA-7752FBB554D6}" type="pres">
      <dgm:prSet presAssocID="{BF7CAC6D-4251-4297-ABD5-75E2DF1AE879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8A16D-BCE7-44AF-A4C3-1EE402C3121D}" type="pres">
      <dgm:prSet presAssocID="{91A92DBF-5CE1-4F29-8A82-CCF7945AB16F}" presName="spacing" presStyleCnt="0"/>
      <dgm:spPr/>
    </dgm:pt>
    <dgm:pt modelId="{559DA955-D744-4387-A0F7-E5DEAC870570}" type="pres">
      <dgm:prSet presAssocID="{306BC964-F233-426D-8F8E-515AE0F67051}" presName="composite" presStyleCnt="0"/>
      <dgm:spPr/>
    </dgm:pt>
    <dgm:pt modelId="{688EC05A-5831-4831-BB4D-193427BF2B9B}" type="pres">
      <dgm:prSet presAssocID="{306BC964-F233-426D-8F8E-515AE0F67051}" presName="imgShp" presStyleLbl="f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t>
        <a:bodyPr/>
        <a:lstStyle/>
        <a:p>
          <a:endParaRPr lang="en-US"/>
        </a:p>
      </dgm:t>
    </dgm:pt>
    <dgm:pt modelId="{36282416-BABF-4C06-A183-5C4B6FD2BBF5}" type="pres">
      <dgm:prSet presAssocID="{306BC964-F233-426D-8F8E-515AE0F67051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646A88-C2D1-4792-96D9-C1B90AA4F5FF}" type="pres">
      <dgm:prSet presAssocID="{7E7F4ED4-EBD0-4B1F-AEAB-9B3C0556B9CD}" presName="spacing" presStyleCnt="0"/>
      <dgm:spPr/>
    </dgm:pt>
    <dgm:pt modelId="{340E1936-4F94-4135-94CF-605FAB707680}" type="pres">
      <dgm:prSet presAssocID="{23E6B88E-E6F0-4102-A936-0790E4CAFDFE}" presName="composite" presStyleCnt="0"/>
      <dgm:spPr/>
    </dgm:pt>
    <dgm:pt modelId="{789610A0-1993-4D35-9BC6-426756103246}" type="pres">
      <dgm:prSet presAssocID="{23E6B88E-E6F0-4102-A936-0790E4CAFDFE}" presName="imgShp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1CE81BC-2B75-4D9D-8D98-A242BC7D08DC}" type="pres">
      <dgm:prSet presAssocID="{23E6B88E-E6F0-4102-A936-0790E4CAFDFE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33FAFD5-CB8C-4613-8E48-47E7BC77DECC}" type="presOf" srcId="{23E6B88E-E6F0-4102-A936-0790E4CAFDFE}" destId="{31CE81BC-2B75-4D9D-8D98-A242BC7D08DC}" srcOrd="0" destOrd="0" presId="urn:microsoft.com/office/officeart/2005/8/layout/vList3"/>
    <dgm:cxn modelId="{90ADC489-755C-425C-A148-8070B626CC9B}" srcId="{9D50A114-354A-4F1C-AD2B-ED7AC9A6FEFA}" destId="{BF7CAC6D-4251-4297-ABD5-75E2DF1AE879}" srcOrd="1" destOrd="0" parTransId="{A69E4459-B236-4826-A0B6-2325D0E6B175}" sibTransId="{91A92DBF-5CE1-4F29-8A82-CCF7945AB16F}"/>
    <dgm:cxn modelId="{B688A946-5CA7-42C8-9E92-A30F57E75DB8}" type="presOf" srcId="{9D50A114-354A-4F1C-AD2B-ED7AC9A6FEFA}" destId="{B6833922-95FB-4C60-861D-4E32DD10A82F}" srcOrd="0" destOrd="0" presId="urn:microsoft.com/office/officeart/2005/8/layout/vList3"/>
    <dgm:cxn modelId="{A78A750D-699F-4C91-BAD2-9F8D5C2C8425}" srcId="{9D50A114-354A-4F1C-AD2B-ED7AC9A6FEFA}" destId="{23E6B88E-E6F0-4102-A936-0790E4CAFDFE}" srcOrd="3" destOrd="0" parTransId="{E72769C3-DAB5-4EA2-BB42-1A382961D33B}" sibTransId="{DD1C9CD5-935D-411B-AE12-4AF408FD3676}"/>
    <dgm:cxn modelId="{B29931A3-875A-4ABE-9902-DD28DFA92E72}" type="presOf" srcId="{BF7CAC6D-4251-4297-ABD5-75E2DF1AE879}" destId="{CBAC857B-7BE8-4777-A0FA-7752FBB554D6}" srcOrd="0" destOrd="0" presId="urn:microsoft.com/office/officeart/2005/8/layout/vList3"/>
    <dgm:cxn modelId="{0D0CE8D0-D8C7-43BF-A0AD-E4F0F27EEE96}" type="presOf" srcId="{306BC964-F233-426D-8F8E-515AE0F67051}" destId="{36282416-BABF-4C06-A183-5C4B6FD2BBF5}" srcOrd="0" destOrd="0" presId="urn:microsoft.com/office/officeart/2005/8/layout/vList3"/>
    <dgm:cxn modelId="{5D82A4C6-AC07-45D3-A3F2-9AAFD78A119B}" type="presOf" srcId="{6AD583AC-7496-4539-9F7A-30B9D3821460}" destId="{A0B3B07C-ECFB-4722-99CB-66B29BAA905A}" srcOrd="0" destOrd="0" presId="urn:microsoft.com/office/officeart/2005/8/layout/vList3"/>
    <dgm:cxn modelId="{0AD2EDDE-B41E-4507-A2D9-CB3EC9A581D1}" srcId="{9D50A114-354A-4F1C-AD2B-ED7AC9A6FEFA}" destId="{6AD583AC-7496-4539-9F7A-30B9D3821460}" srcOrd="0" destOrd="0" parTransId="{B3554065-F355-4643-95DF-DA90C03EC6EF}" sibTransId="{7A8F8636-614E-45C8-B5D0-297B8924A1F6}"/>
    <dgm:cxn modelId="{C62D98EF-87AC-4D43-8515-D074E1091A4B}" srcId="{9D50A114-354A-4F1C-AD2B-ED7AC9A6FEFA}" destId="{306BC964-F233-426D-8F8E-515AE0F67051}" srcOrd="2" destOrd="0" parTransId="{7A10E6F5-890D-47D2-8C1F-E1CAE1DC0CAA}" sibTransId="{7E7F4ED4-EBD0-4B1F-AEAB-9B3C0556B9CD}"/>
    <dgm:cxn modelId="{8A65F7C2-04A4-4EF1-B757-0143923BEA8D}" type="presParOf" srcId="{B6833922-95FB-4C60-861D-4E32DD10A82F}" destId="{72E23EBA-E5E7-46F6-9418-415C86B148FB}" srcOrd="0" destOrd="0" presId="urn:microsoft.com/office/officeart/2005/8/layout/vList3"/>
    <dgm:cxn modelId="{93F272F7-F3AC-43E0-AB52-60B3DA755B86}" type="presParOf" srcId="{72E23EBA-E5E7-46F6-9418-415C86B148FB}" destId="{BEE68DD3-7AF6-42E5-95FF-2696A26C484A}" srcOrd="0" destOrd="0" presId="urn:microsoft.com/office/officeart/2005/8/layout/vList3"/>
    <dgm:cxn modelId="{C6A3C28E-117F-42F9-84C9-71BBF4B9549B}" type="presParOf" srcId="{72E23EBA-E5E7-46F6-9418-415C86B148FB}" destId="{A0B3B07C-ECFB-4722-99CB-66B29BAA905A}" srcOrd="1" destOrd="0" presId="urn:microsoft.com/office/officeart/2005/8/layout/vList3"/>
    <dgm:cxn modelId="{DD4DFC7D-5296-4C63-A3EF-56ADDBADA219}" type="presParOf" srcId="{B6833922-95FB-4C60-861D-4E32DD10A82F}" destId="{6B15C8D9-09EE-4E80-9A7E-9F60E58D795C}" srcOrd="1" destOrd="0" presId="urn:microsoft.com/office/officeart/2005/8/layout/vList3"/>
    <dgm:cxn modelId="{20977768-D73F-4D93-B824-0A04004A8BF9}" type="presParOf" srcId="{B6833922-95FB-4C60-861D-4E32DD10A82F}" destId="{6FDC68C7-A696-48EE-B314-322DF2866F04}" srcOrd="2" destOrd="0" presId="urn:microsoft.com/office/officeart/2005/8/layout/vList3"/>
    <dgm:cxn modelId="{CFCC4C78-41F8-4F5A-8404-59124383E229}" type="presParOf" srcId="{6FDC68C7-A696-48EE-B314-322DF2866F04}" destId="{73AC43CD-ED48-4E0D-9617-4270FD8B4750}" srcOrd="0" destOrd="0" presId="urn:microsoft.com/office/officeart/2005/8/layout/vList3"/>
    <dgm:cxn modelId="{9FC14EAA-5BB5-482E-99A9-93FEEA970954}" type="presParOf" srcId="{6FDC68C7-A696-48EE-B314-322DF2866F04}" destId="{CBAC857B-7BE8-4777-A0FA-7752FBB554D6}" srcOrd="1" destOrd="0" presId="urn:microsoft.com/office/officeart/2005/8/layout/vList3"/>
    <dgm:cxn modelId="{7AFF9AC8-82B3-4862-8F9A-377049D23B4A}" type="presParOf" srcId="{B6833922-95FB-4C60-861D-4E32DD10A82F}" destId="{A068A16D-BCE7-44AF-A4C3-1EE402C3121D}" srcOrd="3" destOrd="0" presId="urn:microsoft.com/office/officeart/2005/8/layout/vList3"/>
    <dgm:cxn modelId="{5118A0F7-0F07-4F11-B6E3-89FDD1DDCDFB}" type="presParOf" srcId="{B6833922-95FB-4C60-861D-4E32DD10A82F}" destId="{559DA955-D744-4387-A0F7-E5DEAC870570}" srcOrd="4" destOrd="0" presId="urn:microsoft.com/office/officeart/2005/8/layout/vList3"/>
    <dgm:cxn modelId="{E21CA2EB-7AE4-4033-863E-8D5A29671FAD}" type="presParOf" srcId="{559DA955-D744-4387-A0F7-E5DEAC870570}" destId="{688EC05A-5831-4831-BB4D-193427BF2B9B}" srcOrd="0" destOrd="0" presId="urn:microsoft.com/office/officeart/2005/8/layout/vList3"/>
    <dgm:cxn modelId="{A55E10A1-7F45-4ACF-A674-DE1B616F1839}" type="presParOf" srcId="{559DA955-D744-4387-A0F7-E5DEAC870570}" destId="{36282416-BABF-4C06-A183-5C4B6FD2BBF5}" srcOrd="1" destOrd="0" presId="urn:microsoft.com/office/officeart/2005/8/layout/vList3"/>
    <dgm:cxn modelId="{BBA2C05C-5DDF-40D3-AC18-1A6E91E71BB7}" type="presParOf" srcId="{B6833922-95FB-4C60-861D-4E32DD10A82F}" destId="{D7646A88-C2D1-4792-96D9-C1B90AA4F5FF}" srcOrd="5" destOrd="0" presId="urn:microsoft.com/office/officeart/2005/8/layout/vList3"/>
    <dgm:cxn modelId="{38381226-3E32-4B74-A5A4-339AFD9D7B6B}" type="presParOf" srcId="{B6833922-95FB-4C60-861D-4E32DD10A82F}" destId="{340E1936-4F94-4135-94CF-605FAB707680}" srcOrd="6" destOrd="0" presId="urn:microsoft.com/office/officeart/2005/8/layout/vList3"/>
    <dgm:cxn modelId="{E1EECB8B-8F91-4868-B113-88DE5F2B113E}" type="presParOf" srcId="{340E1936-4F94-4135-94CF-605FAB707680}" destId="{789610A0-1993-4D35-9BC6-426756103246}" srcOrd="0" destOrd="0" presId="urn:microsoft.com/office/officeart/2005/8/layout/vList3"/>
    <dgm:cxn modelId="{39B3F702-4B72-4BC8-9A94-96ECE849AB0C}" type="presParOf" srcId="{340E1936-4F94-4135-94CF-605FAB707680}" destId="{31CE81BC-2B75-4D9D-8D98-A242BC7D08D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81C6BC2-7E8E-45F5-84BE-CD374BED56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A34F38E-E2C9-4FB5-AB62-65C7254E9E9E}">
      <dgm:prSet phldrT="[Text]"/>
      <dgm:spPr/>
      <dgm:t>
        <a:bodyPr/>
        <a:lstStyle/>
        <a:p>
          <a:r>
            <a:rPr lang="en-US" dirty="0" smtClean="0">
              <a:solidFill>
                <a:schemeClr val="accent6">
                  <a:lumMod val="75000"/>
                </a:schemeClr>
              </a:solidFill>
            </a:rPr>
            <a:t>Intangible Benefit Spiral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105610FE-C095-46D5-BB22-BEC56D68E337}" type="parTrans" cxnId="{356AA1E3-B261-4581-A8E6-9BCFB04A9D46}">
      <dgm:prSet/>
      <dgm:spPr/>
      <dgm:t>
        <a:bodyPr/>
        <a:lstStyle/>
        <a:p>
          <a:endParaRPr lang="en-US"/>
        </a:p>
      </dgm:t>
    </dgm:pt>
    <dgm:pt modelId="{996BC1B1-952E-46E8-8477-E3F8A1AD210C}" type="sibTrans" cxnId="{356AA1E3-B261-4581-A8E6-9BCFB04A9D46}">
      <dgm:prSet/>
      <dgm:spPr/>
      <dgm:t>
        <a:bodyPr/>
        <a:lstStyle/>
        <a:p>
          <a:endParaRPr lang="en-US"/>
        </a:p>
      </dgm:t>
    </dgm:pt>
    <dgm:pt modelId="{8F236520-E3E7-4363-A559-C402CF554CC4}">
      <dgm:prSet phldrT="[Text]"/>
      <dgm:spPr/>
      <dgm:t>
        <a:bodyPr/>
        <a:lstStyle/>
        <a:p>
          <a:r>
            <a:rPr lang="en-US" dirty="0" smtClean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  <a:endParaRPr lang="en-US" dirty="0">
            <a:solidFill>
              <a:schemeClr val="accent5">
                <a:lumMod val="75000"/>
              </a:schemeClr>
            </a:solidFill>
          </a:endParaRPr>
        </a:p>
      </dgm:t>
    </dgm:pt>
    <dgm:pt modelId="{D60BE4F1-9213-467F-8981-640E2E2024B1}" type="parTrans" cxnId="{06FDDF71-9EFD-4A97-B3FD-52FB1A9BDD4D}">
      <dgm:prSet/>
      <dgm:spPr/>
      <dgm:t>
        <a:bodyPr/>
        <a:lstStyle/>
        <a:p>
          <a:endParaRPr lang="en-US"/>
        </a:p>
      </dgm:t>
    </dgm:pt>
    <dgm:pt modelId="{2CE2F219-98C5-4599-A40B-AC34B6086F51}" type="sibTrans" cxnId="{06FDDF71-9EFD-4A97-B3FD-52FB1A9BDD4D}">
      <dgm:prSet/>
      <dgm:spPr/>
      <dgm:t>
        <a:bodyPr/>
        <a:lstStyle/>
        <a:p>
          <a:endParaRPr lang="en-US"/>
        </a:p>
      </dgm:t>
    </dgm:pt>
    <dgm:pt modelId="{BFE50FCF-E27C-48D3-B63F-64617014E027}">
      <dgm:prSet phldrT="[Text]"/>
      <dgm:spPr/>
      <dgm:t>
        <a:bodyPr/>
        <a:lstStyle/>
        <a:p>
          <a:r>
            <a:rPr lang="en-US" dirty="0" smtClean="0">
              <a:solidFill>
                <a:schemeClr val="accent4">
                  <a:lumMod val="75000"/>
                </a:schemeClr>
              </a:solidFill>
            </a:rPr>
            <a:t>Brand Retention</a:t>
          </a:r>
          <a:endParaRPr lang="en-US" dirty="0">
            <a:solidFill>
              <a:schemeClr val="accent4">
                <a:lumMod val="75000"/>
              </a:schemeClr>
            </a:solidFill>
          </a:endParaRPr>
        </a:p>
      </dgm:t>
    </dgm:pt>
    <dgm:pt modelId="{71483F1D-7FFC-4D43-9D48-933EDB7EF388}" type="parTrans" cxnId="{3CC1BEAC-B42D-4DD4-ACD1-E7737FB2ACF4}">
      <dgm:prSet/>
      <dgm:spPr/>
      <dgm:t>
        <a:bodyPr/>
        <a:lstStyle/>
        <a:p>
          <a:endParaRPr lang="en-US"/>
        </a:p>
      </dgm:t>
    </dgm:pt>
    <dgm:pt modelId="{9B07C989-72FB-4CEC-9E8A-C0DDD00A1C8E}" type="sibTrans" cxnId="{3CC1BEAC-B42D-4DD4-ACD1-E7737FB2ACF4}">
      <dgm:prSet/>
      <dgm:spPr/>
      <dgm:t>
        <a:bodyPr/>
        <a:lstStyle/>
        <a:p>
          <a:endParaRPr lang="en-US"/>
        </a:p>
      </dgm:t>
    </dgm:pt>
    <dgm:pt modelId="{07702062-84BE-4800-AE16-81DC01E575DC}" type="pres">
      <dgm:prSet presAssocID="{781C6BC2-7E8E-45F5-84BE-CD374BED561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DDAF58B0-4464-437D-9086-AF3D44006117}" type="pres">
      <dgm:prSet presAssocID="{781C6BC2-7E8E-45F5-84BE-CD374BED561B}" presName="Name1" presStyleCnt="0"/>
      <dgm:spPr/>
    </dgm:pt>
    <dgm:pt modelId="{0F4E2AA7-4374-4119-85CA-2B88718AE660}" type="pres">
      <dgm:prSet presAssocID="{781C6BC2-7E8E-45F5-84BE-CD374BED561B}" presName="cycle" presStyleCnt="0"/>
      <dgm:spPr/>
    </dgm:pt>
    <dgm:pt modelId="{BE279EF4-1115-4042-A259-D59D9E032132}" type="pres">
      <dgm:prSet presAssocID="{781C6BC2-7E8E-45F5-84BE-CD374BED561B}" presName="srcNode" presStyleLbl="node1" presStyleIdx="0" presStyleCnt="3"/>
      <dgm:spPr/>
    </dgm:pt>
    <dgm:pt modelId="{7BA43F82-A43A-45AB-80CA-6364CAD17A65}" type="pres">
      <dgm:prSet presAssocID="{781C6BC2-7E8E-45F5-84BE-CD374BED561B}" presName="conn" presStyleLbl="parChTrans1D2" presStyleIdx="0" presStyleCnt="1"/>
      <dgm:spPr/>
      <dgm:t>
        <a:bodyPr/>
        <a:lstStyle/>
        <a:p>
          <a:endParaRPr lang="en-US"/>
        </a:p>
      </dgm:t>
    </dgm:pt>
    <dgm:pt modelId="{BD3FBA97-01B1-41D1-BF6A-6CBC45F514B3}" type="pres">
      <dgm:prSet presAssocID="{781C6BC2-7E8E-45F5-84BE-CD374BED561B}" presName="extraNode" presStyleLbl="node1" presStyleIdx="0" presStyleCnt="3"/>
      <dgm:spPr/>
    </dgm:pt>
    <dgm:pt modelId="{C38F856D-278A-4C8A-95E2-99FA7B160BA9}" type="pres">
      <dgm:prSet presAssocID="{781C6BC2-7E8E-45F5-84BE-CD374BED561B}" presName="dstNode" presStyleLbl="node1" presStyleIdx="0" presStyleCnt="3"/>
      <dgm:spPr/>
    </dgm:pt>
    <dgm:pt modelId="{078A49F1-EB03-4523-8D4F-9A9F2F7575AF}" type="pres">
      <dgm:prSet presAssocID="{0A34F38E-E2C9-4FB5-AB62-65C7254E9E9E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811FBB-021C-41A8-AFA4-59E9BD705F1E}" type="pres">
      <dgm:prSet presAssocID="{0A34F38E-E2C9-4FB5-AB62-65C7254E9E9E}" presName="accent_1" presStyleCnt="0"/>
      <dgm:spPr/>
    </dgm:pt>
    <dgm:pt modelId="{1DBAF1A9-6DFC-4740-8622-672419719B99}" type="pres">
      <dgm:prSet presAssocID="{0A34F38E-E2C9-4FB5-AB62-65C7254E9E9E}" presName="accentRepeatNode" presStyleLbl="solidFgAcc1" presStyleIdx="0" presStyleCnt="3" custScaleX="117000" custScaleY="11700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44FB2312-45D4-4427-A2DC-AC341FF4E45F}" type="pres">
      <dgm:prSet presAssocID="{8F236520-E3E7-4363-A559-C402CF554CC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A5921B-0075-40A5-BF43-E06D87280F44}" type="pres">
      <dgm:prSet presAssocID="{8F236520-E3E7-4363-A559-C402CF554CC4}" presName="accent_2" presStyleCnt="0"/>
      <dgm:spPr/>
    </dgm:pt>
    <dgm:pt modelId="{1E432F70-6EB9-4288-834C-1E39C4E6D6F3}" type="pres">
      <dgm:prSet presAssocID="{8F236520-E3E7-4363-A559-C402CF554CC4}" presName="accentRepeatNode" presStyleLbl="solidFgAcc1" presStyleIdx="1" presStyleCnt="3" custScaleX="117000" custScaleY="117000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AB23030-47E3-4D1D-A83F-ACAACBBC1E60}" type="pres">
      <dgm:prSet presAssocID="{BFE50FCF-E27C-48D3-B63F-64617014E02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C81FBF-0269-43E2-95B2-206EC12E5EF2}" type="pres">
      <dgm:prSet presAssocID="{BFE50FCF-E27C-48D3-B63F-64617014E027}" presName="accent_3" presStyleCnt="0"/>
      <dgm:spPr/>
    </dgm:pt>
    <dgm:pt modelId="{DD638958-B4F1-4D50-884D-E7CDED658371}" type="pres">
      <dgm:prSet presAssocID="{BFE50FCF-E27C-48D3-B63F-64617014E027}" presName="accentRepeatNode" presStyleLbl="solidFgAcc1" presStyleIdx="2" presStyleCnt="3" custScaleX="117000" custScaleY="117000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356AA1E3-B261-4581-A8E6-9BCFB04A9D46}" srcId="{781C6BC2-7E8E-45F5-84BE-CD374BED561B}" destId="{0A34F38E-E2C9-4FB5-AB62-65C7254E9E9E}" srcOrd="0" destOrd="0" parTransId="{105610FE-C095-46D5-BB22-BEC56D68E337}" sibTransId="{996BC1B1-952E-46E8-8477-E3F8A1AD210C}"/>
    <dgm:cxn modelId="{BC795CAD-DAA1-49CD-8AD3-526173B607B1}" type="presOf" srcId="{996BC1B1-952E-46E8-8477-E3F8A1AD210C}" destId="{7BA43F82-A43A-45AB-80CA-6364CAD17A65}" srcOrd="0" destOrd="0" presId="urn:microsoft.com/office/officeart/2008/layout/VerticalCurvedList"/>
    <dgm:cxn modelId="{442AD0C7-B167-4AC2-9804-5AF2CE48F193}" type="presOf" srcId="{8F236520-E3E7-4363-A559-C402CF554CC4}" destId="{44FB2312-45D4-4427-A2DC-AC341FF4E45F}" srcOrd="0" destOrd="0" presId="urn:microsoft.com/office/officeart/2008/layout/VerticalCurvedList"/>
    <dgm:cxn modelId="{61FC8DFE-5E3D-4ECE-A9EE-B3A06E0AE254}" type="presOf" srcId="{0A34F38E-E2C9-4FB5-AB62-65C7254E9E9E}" destId="{078A49F1-EB03-4523-8D4F-9A9F2F7575AF}" srcOrd="0" destOrd="0" presId="urn:microsoft.com/office/officeart/2008/layout/VerticalCurvedList"/>
    <dgm:cxn modelId="{06FDDF71-9EFD-4A97-B3FD-52FB1A9BDD4D}" srcId="{781C6BC2-7E8E-45F5-84BE-CD374BED561B}" destId="{8F236520-E3E7-4363-A559-C402CF554CC4}" srcOrd="1" destOrd="0" parTransId="{D60BE4F1-9213-467F-8981-640E2E2024B1}" sibTransId="{2CE2F219-98C5-4599-A40B-AC34B6086F51}"/>
    <dgm:cxn modelId="{80DAFFA0-F1E1-4AAC-95E2-43E9A64D1BA7}" type="presOf" srcId="{BFE50FCF-E27C-48D3-B63F-64617014E027}" destId="{7AB23030-47E3-4D1D-A83F-ACAACBBC1E60}" srcOrd="0" destOrd="0" presId="urn:microsoft.com/office/officeart/2008/layout/VerticalCurvedList"/>
    <dgm:cxn modelId="{693A335D-5843-4E70-98BA-280A632E192A}" type="presOf" srcId="{781C6BC2-7E8E-45F5-84BE-CD374BED561B}" destId="{07702062-84BE-4800-AE16-81DC01E575DC}" srcOrd="0" destOrd="0" presId="urn:microsoft.com/office/officeart/2008/layout/VerticalCurvedList"/>
    <dgm:cxn modelId="{3CC1BEAC-B42D-4DD4-ACD1-E7737FB2ACF4}" srcId="{781C6BC2-7E8E-45F5-84BE-CD374BED561B}" destId="{BFE50FCF-E27C-48D3-B63F-64617014E027}" srcOrd="2" destOrd="0" parTransId="{71483F1D-7FFC-4D43-9D48-933EDB7EF388}" sibTransId="{9B07C989-72FB-4CEC-9E8A-C0DDD00A1C8E}"/>
    <dgm:cxn modelId="{9E4FE9A8-8CAF-47BF-8DED-C385E3637F44}" type="presParOf" srcId="{07702062-84BE-4800-AE16-81DC01E575DC}" destId="{DDAF58B0-4464-437D-9086-AF3D44006117}" srcOrd="0" destOrd="0" presId="urn:microsoft.com/office/officeart/2008/layout/VerticalCurvedList"/>
    <dgm:cxn modelId="{889C6487-0970-4127-9BCC-3E884F6FEBC6}" type="presParOf" srcId="{DDAF58B0-4464-437D-9086-AF3D44006117}" destId="{0F4E2AA7-4374-4119-85CA-2B88718AE660}" srcOrd="0" destOrd="0" presId="urn:microsoft.com/office/officeart/2008/layout/VerticalCurvedList"/>
    <dgm:cxn modelId="{5F7131CE-C210-470A-847B-54753D18FB79}" type="presParOf" srcId="{0F4E2AA7-4374-4119-85CA-2B88718AE660}" destId="{BE279EF4-1115-4042-A259-D59D9E032132}" srcOrd="0" destOrd="0" presId="urn:microsoft.com/office/officeart/2008/layout/VerticalCurvedList"/>
    <dgm:cxn modelId="{DD496C35-68E9-4A94-9337-4298D58F89F7}" type="presParOf" srcId="{0F4E2AA7-4374-4119-85CA-2B88718AE660}" destId="{7BA43F82-A43A-45AB-80CA-6364CAD17A65}" srcOrd="1" destOrd="0" presId="urn:microsoft.com/office/officeart/2008/layout/VerticalCurvedList"/>
    <dgm:cxn modelId="{B25C4F78-45F0-4F49-8A6E-3135B9C055F0}" type="presParOf" srcId="{0F4E2AA7-4374-4119-85CA-2B88718AE660}" destId="{BD3FBA97-01B1-41D1-BF6A-6CBC45F514B3}" srcOrd="2" destOrd="0" presId="urn:microsoft.com/office/officeart/2008/layout/VerticalCurvedList"/>
    <dgm:cxn modelId="{E2586264-C197-467D-B424-52CD1D54B087}" type="presParOf" srcId="{0F4E2AA7-4374-4119-85CA-2B88718AE660}" destId="{C38F856D-278A-4C8A-95E2-99FA7B160BA9}" srcOrd="3" destOrd="0" presId="urn:microsoft.com/office/officeart/2008/layout/VerticalCurvedList"/>
    <dgm:cxn modelId="{5B5DBCC6-9944-4516-9EAC-468007BC197C}" type="presParOf" srcId="{DDAF58B0-4464-437D-9086-AF3D44006117}" destId="{078A49F1-EB03-4523-8D4F-9A9F2F7575AF}" srcOrd="1" destOrd="0" presId="urn:microsoft.com/office/officeart/2008/layout/VerticalCurvedList"/>
    <dgm:cxn modelId="{FA70B609-1C50-4142-ABC2-6EA4C73F27D4}" type="presParOf" srcId="{DDAF58B0-4464-437D-9086-AF3D44006117}" destId="{88811FBB-021C-41A8-AFA4-59E9BD705F1E}" srcOrd="2" destOrd="0" presId="urn:microsoft.com/office/officeart/2008/layout/VerticalCurvedList"/>
    <dgm:cxn modelId="{D52F8D2D-BE7F-4EB4-BBB1-7C4A3F30B439}" type="presParOf" srcId="{88811FBB-021C-41A8-AFA4-59E9BD705F1E}" destId="{1DBAF1A9-6DFC-4740-8622-672419719B99}" srcOrd="0" destOrd="0" presId="urn:microsoft.com/office/officeart/2008/layout/VerticalCurvedList"/>
    <dgm:cxn modelId="{92A64D53-6F82-411B-9C5B-63D467CA94A1}" type="presParOf" srcId="{DDAF58B0-4464-437D-9086-AF3D44006117}" destId="{44FB2312-45D4-4427-A2DC-AC341FF4E45F}" srcOrd="3" destOrd="0" presId="urn:microsoft.com/office/officeart/2008/layout/VerticalCurvedList"/>
    <dgm:cxn modelId="{993C98F1-A447-4757-B16A-3432C7193F39}" type="presParOf" srcId="{DDAF58B0-4464-437D-9086-AF3D44006117}" destId="{26A5921B-0075-40A5-BF43-E06D87280F44}" srcOrd="4" destOrd="0" presId="urn:microsoft.com/office/officeart/2008/layout/VerticalCurvedList"/>
    <dgm:cxn modelId="{D46B022F-D43D-4CD3-8D7C-1400F88FE2C9}" type="presParOf" srcId="{26A5921B-0075-40A5-BF43-E06D87280F44}" destId="{1E432F70-6EB9-4288-834C-1E39C4E6D6F3}" srcOrd="0" destOrd="0" presId="urn:microsoft.com/office/officeart/2008/layout/VerticalCurvedList"/>
    <dgm:cxn modelId="{A664E7E2-F6CE-4475-AE46-79C9D6CD5F10}" type="presParOf" srcId="{DDAF58B0-4464-437D-9086-AF3D44006117}" destId="{7AB23030-47E3-4D1D-A83F-ACAACBBC1E60}" srcOrd="5" destOrd="0" presId="urn:microsoft.com/office/officeart/2008/layout/VerticalCurvedList"/>
    <dgm:cxn modelId="{92A2C697-2815-4462-94A5-68F6A5D0594F}" type="presParOf" srcId="{DDAF58B0-4464-437D-9086-AF3D44006117}" destId="{19C81FBF-0269-43E2-95B2-206EC12E5EF2}" srcOrd="6" destOrd="0" presId="urn:microsoft.com/office/officeart/2008/layout/VerticalCurvedList"/>
    <dgm:cxn modelId="{06F1C55C-0D8E-4D0F-88D3-BC975823DF5B}" type="presParOf" srcId="{19C81FBF-0269-43E2-95B2-206EC12E5EF2}" destId="{DD638958-B4F1-4D50-884D-E7CDED6583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81C6BC2-7E8E-45F5-84BE-CD374BED561B}" type="doc">
      <dgm:prSet loTypeId="urn:microsoft.com/office/officeart/2008/layout/VerticalCurvedList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A34F38E-E2C9-4FB5-AB62-65C7254E9E9E}">
      <dgm:prSet phldrT="[Text]"/>
      <dgm:spPr/>
      <dgm:t>
        <a:bodyPr/>
        <a:lstStyle/>
        <a:p>
          <a:r>
            <a:rPr lang="en-US" dirty="0" smtClean="0">
              <a:solidFill>
                <a:schemeClr val="accent6">
                  <a:lumMod val="75000"/>
                </a:schemeClr>
              </a:solidFill>
            </a:rPr>
            <a:t>Intangible Benefit Spiral</a:t>
          </a:r>
          <a:endParaRPr lang="en-US" dirty="0">
            <a:solidFill>
              <a:schemeClr val="accent6">
                <a:lumMod val="75000"/>
              </a:schemeClr>
            </a:solidFill>
          </a:endParaRPr>
        </a:p>
      </dgm:t>
    </dgm:pt>
    <dgm:pt modelId="{105610FE-C095-46D5-BB22-BEC56D68E337}" type="parTrans" cxnId="{356AA1E3-B261-4581-A8E6-9BCFB04A9D46}">
      <dgm:prSet/>
      <dgm:spPr/>
      <dgm:t>
        <a:bodyPr/>
        <a:lstStyle/>
        <a:p>
          <a:endParaRPr lang="en-US"/>
        </a:p>
      </dgm:t>
    </dgm:pt>
    <dgm:pt modelId="{996BC1B1-952E-46E8-8477-E3F8A1AD210C}" type="sibTrans" cxnId="{356AA1E3-B261-4581-A8E6-9BCFB04A9D46}">
      <dgm:prSet/>
      <dgm:spPr/>
      <dgm:t>
        <a:bodyPr/>
        <a:lstStyle/>
        <a:p>
          <a:endParaRPr lang="en-US"/>
        </a:p>
      </dgm:t>
    </dgm:pt>
    <dgm:pt modelId="{8F236520-E3E7-4363-A559-C402CF554CC4}">
      <dgm:prSet phldrT="[Text]"/>
      <dgm:spPr/>
      <dgm:t>
        <a:bodyPr/>
        <a:lstStyle/>
        <a:p>
          <a:r>
            <a:rPr lang="en-US" dirty="0" smtClean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  <a:endParaRPr lang="en-US" dirty="0">
            <a:solidFill>
              <a:schemeClr val="accent5">
                <a:lumMod val="75000"/>
              </a:schemeClr>
            </a:solidFill>
          </a:endParaRPr>
        </a:p>
      </dgm:t>
    </dgm:pt>
    <dgm:pt modelId="{D60BE4F1-9213-467F-8981-640E2E2024B1}" type="parTrans" cxnId="{06FDDF71-9EFD-4A97-B3FD-52FB1A9BDD4D}">
      <dgm:prSet/>
      <dgm:spPr/>
      <dgm:t>
        <a:bodyPr/>
        <a:lstStyle/>
        <a:p>
          <a:endParaRPr lang="en-US"/>
        </a:p>
      </dgm:t>
    </dgm:pt>
    <dgm:pt modelId="{2CE2F219-98C5-4599-A40B-AC34B6086F51}" type="sibTrans" cxnId="{06FDDF71-9EFD-4A97-B3FD-52FB1A9BDD4D}">
      <dgm:prSet/>
      <dgm:spPr/>
      <dgm:t>
        <a:bodyPr/>
        <a:lstStyle/>
        <a:p>
          <a:endParaRPr lang="en-US"/>
        </a:p>
      </dgm:t>
    </dgm:pt>
    <dgm:pt modelId="{BFE50FCF-E27C-48D3-B63F-64617014E027}">
      <dgm:prSet phldrT="[Text]"/>
      <dgm:spPr/>
      <dgm:t>
        <a:bodyPr/>
        <a:lstStyle/>
        <a:p>
          <a:r>
            <a:rPr lang="en-US" dirty="0" smtClean="0">
              <a:solidFill>
                <a:schemeClr val="accent4">
                  <a:lumMod val="75000"/>
                </a:schemeClr>
              </a:solidFill>
            </a:rPr>
            <a:t>Brand Retention</a:t>
          </a:r>
          <a:endParaRPr lang="en-US" dirty="0">
            <a:solidFill>
              <a:schemeClr val="accent4">
                <a:lumMod val="75000"/>
              </a:schemeClr>
            </a:solidFill>
          </a:endParaRPr>
        </a:p>
      </dgm:t>
    </dgm:pt>
    <dgm:pt modelId="{71483F1D-7FFC-4D43-9D48-933EDB7EF388}" type="parTrans" cxnId="{3CC1BEAC-B42D-4DD4-ACD1-E7737FB2ACF4}">
      <dgm:prSet/>
      <dgm:spPr/>
      <dgm:t>
        <a:bodyPr/>
        <a:lstStyle/>
        <a:p>
          <a:endParaRPr lang="en-US"/>
        </a:p>
      </dgm:t>
    </dgm:pt>
    <dgm:pt modelId="{9B07C989-72FB-4CEC-9E8A-C0DDD00A1C8E}" type="sibTrans" cxnId="{3CC1BEAC-B42D-4DD4-ACD1-E7737FB2ACF4}">
      <dgm:prSet/>
      <dgm:spPr/>
      <dgm:t>
        <a:bodyPr/>
        <a:lstStyle/>
        <a:p>
          <a:endParaRPr lang="en-US"/>
        </a:p>
      </dgm:t>
    </dgm:pt>
    <dgm:pt modelId="{07702062-84BE-4800-AE16-81DC01E575DC}" type="pres">
      <dgm:prSet presAssocID="{781C6BC2-7E8E-45F5-84BE-CD374BED561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DDAF58B0-4464-437D-9086-AF3D44006117}" type="pres">
      <dgm:prSet presAssocID="{781C6BC2-7E8E-45F5-84BE-CD374BED561B}" presName="Name1" presStyleCnt="0"/>
      <dgm:spPr/>
    </dgm:pt>
    <dgm:pt modelId="{0F4E2AA7-4374-4119-85CA-2B88718AE660}" type="pres">
      <dgm:prSet presAssocID="{781C6BC2-7E8E-45F5-84BE-CD374BED561B}" presName="cycle" presStyleCnt="0"/>
      <dgm:spPr/>
    </dgm:pt>
    <dgm:pt modelId="{BE279EF4-1115-4042-A259-D59D9E032132}" type="pres">
      <dgm:prSet presAssocID="{781C6BC2-7E8E-45F5-84BE-CD374BED561B}" presName="srcNode" presStyleLbl="node1" presStyleIdx="0" presStyleCnt="3"/>
      <dgm:spPr/>
    </dgm:pt>
    <dgm:pt modelId="{7BA43F82-A43A-45AB-80CA-6364CAD17A65}" type="pres">
      <dgm:prSet presAssocID="{781C6BC2-7E8E-45F5-84BE-CD374BED561B}" presName="conn" presStyleLbl="parChTrans1D2" presStyleIdx="0" presStyleCnt="1"/>
      <dgm:spPr/>
      <dgm:t>
        <a:bodyPr/>
        <a:lstStyle/>
        <a:p>
          <a:endParaRPr lang="en-US"/>
        </a:p>
      </dgm:t>
    </dgm:pt>
    <dgm:pt modelId="{BD3FBA97-01B1-41D1-BF6A-6CBC45F514B3}" type="pres">
      <dgm:prSet presAssocID="{781C6BC2-7E8E-45F5-84BE-CD374BED561B}" presName="extraNode" presStyleLbl="node1" presStyleIdx="0" presStyleCnt="3"/>
      <dgm:spPr/>
    </dgm:pt>
    <dgm:pt modelId="{C38F856D-278A-4C8A-95E2-99FA7B160BA9}" type="pres">
      <dgm:prSet presAssocID="{781C6BC2-7E8E-45F5-84BE-CD374BED561B}" presName="dstNode" presStyleLbl="node1" presStyleIdx="0" presStyleCnt="3"/>
      <dgm:spPr/>
    </dgm:pt>
    <dgm:pt modelId="{078A49F1-EB03-4523-8D4F-9A9F2F7575AF}" type="pres">
      <dgm:prSet presAssocID="{0A34F38E-E2C9-4FB5-AB62-65C7254E9E9E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811FBB-021C-41A8-AFA4-59E9BD705F1E}" type="pres">
      <dgm:prSet presAssocID="{0A34F38E-E2C9-4FB5-AB62-65C7254E9E9E}" presName="accent_1" presStyleCnt="0"/>
      <dgm:spPr/>
    </dgm:pt>
    <dgm:pt modelId="{1DBAF1A9-6DFC-4740-8622-672419719B99}" type="pres">
      <dgm:prSet presAssocID="{0A34F38E-E2C9-4FB5-AB62-65C7254E9E9E}" presName="accentRepeatNode" presStyleLbl="solidFgAcc1" presStyleIdx="0" presStyleCnt="3" custScaleX="117000" custScaleY="11700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44FB2312-45D4-4427-A2DC-AC341FF4E45F}" type="pres">
      <dgm:prSet presAssocID="{8F236520-E3E7-4363-A559-C402CF554CC4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A5921B-0075-40A5-BF43-E06D87280F44}" type="pres">
      <dgm:prSet presAssocID="{8F236520-E3E7-4363-A559-C402CF554CC4}" presName="accent_2" presStyleCnt="0"/>
      <dgm:spPr/>
    </dgm:pt>
    <dgm:pt modelId="{1E432F70-6EB9-4288-834C-1E39C4E6D6F3}" type="pres">
      <dgm:prSet presAssocID="{8F236520-E3E7-4363-A559-C402CF554CC4}" presName="accentRepeatNode" presStyleLbl="solidFgAcc1" presStyleIdx="1" presStyleCnt="3" custScaleX="117000" custScaleY="117000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AB23030-47E3-4D1D-A83F-ACAACBBC1E60}" type="pres">
      <dgm:prSet presAssocID="{BFE50FCF-E27C-48D3-B63F-64617014E027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C81FBF-0269-43E2-95B2-206EC12E5EF2}" type="pres">
      <dgm:prSet presAssocID="{BFE50FCF-E27C-48D3-B63F-64617014E027}" presName="accent_3" presStyleCnt="0"/>
      <dgm:spPr/>
    </dgm:pt>
    <dgm:pt modelId="{DD638958-B4F1-4D50-884D-E7CDED658371}" type="pres">
      <dgm:prSet presAssocID="{BFE50FCF-E27C-48D3-B63F-64617014E027}" presName="accentRepeatNode" presStyleLbl="solidFgAcc1" presStyleIdx="2" presStyleCnt="3" custScaleX="117000" custScaleY="117000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3539F6BE-36DF-4BD0-B838-87CA46432AE1}" type="presOf" srcId="{8F236520-E3E7-4363-A559-C402CF554CC4}" destId="{44FB2312-45D4-4427-A2DC-AC341FF4E45F}" srcOrd="0" destOrd="0" presId="urn:microsoft.com/office/officeart/2008/layout/VerticalCurvedList"/>
    <dgm:cxn modelId="{542D74B9-50EA-46C0-B711-B0B48423B884}" type="presOf" srcId="{781C6BC2-7E8E-45F5-84BE-CD374BED561B}" destId="{07702062-84BE-4800-AE16-81DC01E575DC}" srcOrd="0" destOrd="0" presId="urn:microsoft.com/office/officeart/2008/layout/VerticalCurvedList"/>
    <dgm:cxn modelId="{750D323D-12E3-4B68-9286-14D44A00CF4E}" type="presOf" srcId="{0A34F38E-E2C9-4FB5-AB62-65C7254E9E9E}" destId="{078A49F1-EB03-4523-8D4F-9A9F2F7575AF}" srcOrd="0" destOrd="0" presId="urn:microsoft.com/office/officeart/2008/layout/VerticalCurvedList"/>
    <dgm:cxn modelId="{06FDDF71-9EFD-4A97-B3FD-52FB1A9BDD4D}" srcId="{781C6BC2-7E8E-45F5-84BE-CD374BED561B}" destId="{8F236520-E3E7-4363-A559-C402CF554CC4}" srcOrd="1" destOrd="0" parTransId="{D60BE4F1-9213-467F-8981-640E2E2024B1}" sibTransId="{2CE2F219-98C5-4599-A40B-AC34B6086F51}"/>
    <dgm:cxn modelId="{356AA1E3-B261-4581-A8E6-9BCFB04A9D46}" srcId="{781C6BC2-7E8E-45F5-84BE-CD374BED561B}" destId="{0A34F38E-E2C9-4FB5-AB62-65C7254E9E9E}" srcOrd="0" destOrd="0" parTransId="{105610FE-C095-46D5-BB22-BEC56D68E337}" sibTransId="{996BC1B1-952E-46E8-8477-E3F8A1AD210C}"/>
    <dgm:cxn modelId="{9833CE7E-650F-471E-A4A0-3B94BED59896}" type="presOf" srcId="{996BC1B1-952E-46E8-8477-E3F8A1AD210C}" destId="{7BA43F82-A43A-45AB-80CA-6364CAD17A65}" srcOrd="0" destOrd="0" presId="urn:microsoft.com/office/officeart/2008/layout/VerticalCurvedList"/>
    <dgm:cxn modelId="{30BC7650-531A-42D1-8326-5EF3DE3F5A1F}" type="presOf" srcId="{BFE50FCF-E27C-48D3-B63F-64617014E027}" destId="{7AB23030-47E3-4D1D-A83F-ACAACBBC1E60}" srcOrd="0" destOrd="0" presId="urn:microsoft.com/office/officeart/2008/layout/VerticalCurvedList"/>
    <dgm:cxn modelId="{3CC1BEAC-B42D-4DD4-ACD1-E7737FB2ACF4}" srcId="{781C6BC2-7E8E-45F5-84BE-CD374BED561B}" destId="{BFE50FCF-E27C-48D3-B63F-64617014E027}" srcOrd="2" destOrd="0" parTransId="{71483F1D-7FFC-4D43-9D48-933EDB7EF388}" sibTransId="{9B07C989-72FB-4CEC-9E8A-C0DDD00A1C8E}"/>
    <dgm:cxn modelId="{9D5EF0FE-F3C1-4A92-8D04-88DA3E8C7D21}" type="presParOf" srcId="{07702062-84BE-4800-AE16-81DC01E575DC}" destId="{DDAF58B0-4464-437D-9086-AF3D44006117}" srcOrd="0" destOrd="0" presId="urn:microsoft.com/office/officeart/2008/layout/VerticalCurvedList"/>
    <dgm:cxn modelId="{B084EE5D-0F07-490C-8BCB-BF15E1B86A5B}" type="presParOf" srcId="{DDAF58B0-4464-437D-9086-AF3D44006117}" destId="{0F4E2AA7-4374-4119-85CA-2B88718AE660}" srcOrd="0" destOrd="0" presId="urn:microsoft.com/office/officeart/2008/layout/VerticalCurvedList"/>
    <dgm:cxn modelId="{DE1DCC7F-E525-46E9-A6C9-ABB079AEACB0}" type="presParOf" srcId="{0F4E2AA7-4374-4119-85CA-2B88718AE660}" destId="{BE279EF4-1115-4042-A259-D59D9E032132}" srcOrd="0" destOrd="0" presId="urn:microsoft.com/office/officeart/2008/layout/VerticalCurvedList"/>
    <dgm:cxn modelId="{BB31FAFB-FAEF-4F97-B3AD-3D9AF7D5EADF}" type="presParOf" srcId="{0F4E2AA7-4374-4119-85CA-2B88718AE660}" destId="{7BA43F82-A43A-45AB-80CA-6364CAD17A65}" srcOrd="1" destOrd="0" presId="urn:microsoft.com/office/officeart/2008/layout/VerticalCurvedList"/>
    <dgm:cxn modelId="{930D43E1-4A0F-42A7-9ADA-4CF53EE83B93}" type="presParOf" srcId="{0F4E2AA7-4374-4119-85CA-2B88718AE660}" destId="{BD3FBA97-01B1-41D1-BF6A-6CBC45F514B3}" srcOrd="2" destOrd="0" presId="urn:microsoft.com/office/officeart/2008/layout/VerticalCurvedList"/>
    <dgm:cxn modelId="{15F4B9B3-F4DA-4F92-A90A-DD6227096DDF}" type="presParOf" srcId="{0F4E2AA7-4374-4119-85CA-2B88718AE660}" destId="{C38F856D-278A-4C8A-95E2-99FA7B160BA9}" srcOrd="3" destOrd="0" presId="urn:microsoft.com/office/officeart/2008/layout/VerticalCurvedList"/>
    <dgm:cxn modelId="{A6FEB1CB-B19D-4A61-B0DF-B4BD694ED354}" type="presParOf" srcId="{DDAF58B0-4464-437D-9086-AF3D44006117}" destId="{078A49F1-EB03-4523-8D4F-9A9F2F7575AF}" srcOrd="1" destOrd="0" presId="urn:microsoft.com/office/officeart/2008/layout/VerticalCurvedList"/>
    <dgm:cxn modelId="{3312C8D3-4E00-479D-85B0-936F08C2829E}" type="presParOf" srcId="{DDAF58B0-4464-437D-9086-AF3D44006117}" destId="{88811FBB-021C-41A8-AFA4-59E9BD705F1E}" srcOrd="2" destOrd="0" presId="urn:microsoft.com/office/officeart/2008/layout/VerticalCurvedList"/>
    <dgm:cxn modelId="{E44612F6-84C2-4001-BCCB-396CE1A8EE71}" type="presParOf" srcId="{88811FBB-021C-41A8-AFA4-59E9BD705F1E}" destId="{1DBAF1A9-6DFC-4740-8622-672419719B99}" srcOrd="0" destOrd="0" presId="urn:microsoft.com/office/officeart/2008/layout/VerticalCurvedList"/>
    <dgm:cxn modelId="{28A1F2FF-0577-4364-B6CC-B072E518FADF}" type="presParOf" srcId="{DDAF58B0-4464-437D-9086-AF3D44006117}" destId="{44FB2312-45D4-4427-A2DC-AC341FF4E45F}" srcOrd="3" destOrd="0" presId="urn:microsoft.com/office/officeart/2008/layout/VerticalCurvedList"/>
    <dgm:cxn modelId="{ECDEBCAC-721F-4D05-B877-4B528EF66BA9}" type="presParOf" srcId="{DDAF58B0-4464-437D-9086-AF3D44006117}" destId="{26A5921B-0075-40A5-BF43-E06D87280F44}" srcOrd="4" destOrd="0" presId="urn:microsoft.com/office/officeart/2008/layout/VerticalCurvedList"/>
    <dgm:cxn modelId="{B32E5DE6-F3DD-44A5-AA74-67442048DBFB}" type="presParOf" srcId="{26A5921B-0075-40A5-BF43-E06D87280F44}" destId="{1E432F70-6EB9-4288-834C-1E39C4E6D6F3}" srcOrd="0" destOrd="0" presId="urn:microsoft.com/office/officeart/2008/layout/VerticalCurvedList"/>
    <dgm:cxn modelId="{FC1686D9-FBEA-4180-B61A-0BE21A9DEFAC}" type="presParOf" srcId="{DDAF58B0-4464-437D-9086-AF3D44006117}" destId="{7AB23030-47E3-4D1D-A83F-ACAACBBC1E60}" srcOrd="5" destOrd="0" presId="urn:microsoft.com/office/officeart/2008/layout/VerticalCurvedList"/>
    <dgm:cxn modelId="{BFF6D4D3-0E18-4E9E-87E9-4FC1CAC7A3A8}" type="presParOf" srcId="{DDAF58B0-4464-437D-9086-AF3D44006117}" destId="{19C81FBF-0269-43E2-95B2-206EC12E5EF2}" srcOrd="6" destOrd="0" presId="urn:microsoft.com/office/officeart/2008/layout/VerticalCurvedList"/>
    <dgm:cxn modelId="{150E774F-5E56-4602-B643-DBC26B07BAAF}" type="presParOf" srcId="{19C81FBF-0269-43E2-95B2-206EC12E5EF2}" destId="{DD638958-B4F1-4D50-884D-E7CDED6583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5F2E6C1-0571-417D-86C3-8C5D4778B524}" type="doc">
      <dgm:prSet loTypeId="urn:microsoft.com/office/officeart/2011/layout/ThemePictureAccen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944C5C-C372-4EA8-87C9-FF120480E987}">
      <dgm:prSet phldrT="[Text]" custT="1"/>
      <dgm:spPr/>
      <dgm:t>
        <a:bodyPr/>
        <a:lstStyle/>
        <a:p>
          <a:r>
            <a:rPr lang="en-US" sz="3200" dirty="0" smtClean="0">
              <a:solidFill>
                <a:schemeClr val="tx1"/>
              </a:solidFill>
            </a:rPr>
            <a:t>Monitoring</a:t>
          </a:r>
          <a:endParaRPr lang="en-US" sz="3600" dirty="0">
            <a:solidFill>
              <a:schemeClr val="tx1"/>
            </a:solidFill>
          </a:endParaRPr>
        </a:p>
      </dgm:t>
    </dgm:pt>
    <dgm:pt modelId="{2EF9282C-1BEC-4133-BA77-625DC289EA0D}" type="parTrans" cxnId="{4E13CCE4-EFC0-4120-A5BF-6004457CBF08}">
      <dgm:prSet/>
      <dgm:spPr/>
      <dgm:t>
        <a:bodyPr/>
        <a:lstStyle/>
        <a:p>
          <a:endParaRPr lang="en-US"/>
        </a:p>
      </dgm:t>
    </dgm:pt>
    <dgm:pt modelId="{ED79A999-1900-450D-86D4-00B2D8428B37}" type="sibTrans" cxnId="{4E13CCE4-EFC0-4120-A5BF-6004457CBF08}">
      <dgm:prSet/>
      <dgm:spPr/>
      <dgm:t>
        <a:bodyPr/>
        <a:lstStyle/>
        <a:p>
          <a:endParaRPr lang="en-US"/>
        </a:p>
      </dgm:t>
    </dgm:pt>
    <dgm:pt modelId="{962E08E1-F0A4-4E6E-99B4-EEF97B3667AF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Collaboration</a:t>
          </a:r>
          <a:endParaRPr lang="en-US" dirty="0">
            <a:solidFill>
              <a:schemeClr val="tx1"/>
            </a:solidFill>
          </a:endParaRPr>
        </a:p>
      </dgm:t>
    </dgm:pt>
    <dgm:pt modelId="{182356FA-66F3-4436-9FFC-A2CF9A261DCD}" type="parTrans" cxnId="{F32AF3D3-94A4-4522-A1C0-3FA7C79206B2}">
      <dgm:prSet/>
      <dgm:spPr/>
      <dgm:t>
        <a:bodyPr/>
        <a:lstStyle/>
        <a:p>
          <a:endParaRPr lang="en-US"/>
        </a:p>
      </dgm:t>
    </dgm:pt>
    <dgm:pt modelId="{6EDF9663-ACA7-4675-B157-3F6935F13F60}" type="sibTrans" cxnId="{F32AF3D3-94A4-4522-A1C0-3FA7C79206B2}">
      <dgm:prSet/>
      <dgm:spPr/>
      <dgm:t>
        <a:bodyPr/>
        <a:lstStyle/>
        <a:p>
          <a:endParaRPr lang="en-US"/>
        </a:p>
      </dgm:t>
    </dgm:pt>
    <dgm:pt modelId="{04DA2936-150F-4B4C-B731-BE7E41E250C1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Transformation</a:t>
          </a:r>
          <a:endParaRPr lang="en-US" dirty="0">
            <a:solidFill>
              <a:schemeClr val="tx1"/>
            </a:solidFill>
          </a:endParaRPr>
        </a:p>
      </dgm:t>
    </dgm:pt>
    <dgm:pt modelId="{5356AF6A-F173-4131-B36C-8074576F9EBC}" type="parTrans" cxnId="{6666EA81-33D1-40D7-84A5-5A8B20596D4F}">
      <dgm:prSet/>
      <dgm:spPr/>
      <dgm:t>
        <a:bodyPr/>
        <a:lstStyle/>
        <a:p>
          <a:endParaRPr lang="en-US"/>
        </a:p>
      </dgm:t>
    </dgm:pt>
    <dgm:pt modelId="{5C4F7F59-D4E8-45FA-8B12-85A054FBB56A}" type="sibTrans" cxnId="{6666EA81-33D1-40D7-84A5-5A8B20596D4F}">
      <dgm:prSet/>
      <dgm:spPr/>
      <dgm:t>
        <a:bodyPr/>
        <a:lstStyle/>
        <a:p>
          <a:endParaRPr lang="en-US"/>
        </a:p>
      </dgm:t>
    </dgm:pt>
    <dgm:pt modelId="{32EB3CB3-A989-4468-993B-BDAAC62A844C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Sharing</a:t>
          </a:r>
          <a:endParaRPr lang="en-US" dirty="0">
            <a:solidFill>
              <a:schemeClr val="tx1"/>
            </a:solidFill>
          </a:endParaRPr>
        </a:p>
      </dgm:t>
    </dgm:pt>
    <dgm:pt modelId="{CA475B86-BE23-434F-B23F-4B6E701FFD02}" type="parTrans" cxnId="{EF9F34EA-9C8E-4346-AC31-912930092448}">
      <dgm:prSet/>
      <dgm:spPr/>
      <dgm:t>
        <a:bodyPr/>
        <a:lstStyle/>
        <a:p>
          <a:endParaRPr lang="en-US"/>
        </a:p>
      </dgm:t>
    </dgm:pt>
    <dgm:pt modelId="{C6BB8739-4523-43C3-8D67-A329D8E6CABF}" type="sibTrans" cxnId="{EF9F34EA-9C8E-4346-AC31-912930092448}">
      <dgm:prSet/>
      <dgm:spPr/>
      <dgm:t>
        <a:bodyPr/>
        <a:lstStyle/>
        <a:p>
          <a:endParaRPr lang="en-US"/>
        </a:p>
      </dgm:t>
    </dgm:pt>
    <dgm:pt modelId="{1D38831A-EC72-412D-AA49-A5032F543B8A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Return on Investment</a:t>
          </a:r>
          <a:endParaRPr lang="en-US" dirty="0"/>
        </a:p>
      </dgm:t>
    </dgm:pt>
    <dgm:pt modelId="{E3CE237F-D6F4-49E3-8467-94F2E50F5862}" type="parTrans" cxnId="{053011F6-86AD-4B89-90E9-E4371C998928}">
      <dgm:prSet/>
      <dgm:spPr/>
      <dgm:t>
        <a:bodyPr/>
        <a:lstStyle/>
        <a:p>
          <a:endParaRPr lang="en-US"/>
        </a:p>
      </dgm:t>
    </dgm:pt>
    <dgm:pt modelId="{0E9013BC-386D-4939-8960-C5E6C9AB5AE5}" type="sibTrans" cxnId="{053011F6-86AD-4B89-90E9-E4371C998928}">
      <dgm:prSet/>
      <dgm:spPr/>
      <dgm:t>
        <a:bodyPr/>
        <a:lstStyle/>
        <a:p>
          <a:endParaRPr lang="en-US"/>
        </a:p>
      </dgm:t>
    </dgm:pt>
    <dgm:pt modelId="{D0A535AB-8478-4854-84EB-8702C291A766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Transition</a:t>
          </a:r>
          <a:endParaRPr lang="en-US" dirty="0">
            <a:solidFill>
              <a:schemeClr val="tx1"/>
            </a:solidFill>
          </a:endParaRPr>
        </a:p>
      </dgm:t>
    </dgm:pt>
    <dgm:pt modelId="{59B70C55-28A2-4F3B-8ADD-349EBE151A8F}" type="parTrans" cxnId="{734970B5-CFBD-4B1C-9976-38E58D5843E5}">
      <dgm:prSet/>
      <dgm:spPr/>
      <dgm:t>
        <a:bodyPr/>
        <a:lstStyle/>
        <a:p>
          <a:endParaRPr lang="en-US"/>
        </a:p>
      </dgm:t>
    </dgm:pt>
    <dgm:pt modelId="{78DA5633-8E59-4AD0-A4B6-F6E2CFD4BFFB}" type="sibTrans" cxnId="{734970B5-CFBD-4B1C-9976-38E58D5843E5}">
      <dgm:prSet/>
      <dgm:spPr/>
      <dgm:t>
        <a:bodyPr/>
        <a:lstStyle/>
        <a:p>
          <a:endParaRPr lang="en-US"/>
        </a:p>
      </dgm:t>
    </dgm:pt>
    <dgm:pt modelId="{FC16FA92-DADF-4DBF-A730-1ACE7DFEFEB4}" type="pres">
      <dgm:prSet presAssocID="{95F2E6C1-0571-417D-86C3-8C5D4778B524}" presName="Name0" presStyleCnt="0">
        <dgm:presLayoutVars>
          <dgm:chMax val="6"/>
          <dgm:chPref val="6"/>
          <dgm:dir/>
        </dgm:presLayoutVars>
      </dgm:prSet>
      <dgm:spPr/>
      <dgm:t>
        <a:bodyPr/>
        <a:lstStyle/>
        <a:p>
          <a:endParaRPr lang="en-US"/>
        </a:p>
      </dgm:t>
    </dgm:pt>
    <dgm:pt modelId="{7534099B-1CB9-4C77-A466-DFFD3CC8C5DA}" type="pres">
      <dgm:prSet presAssocID="{8C944C5C-C372-4EA8-87C9-FF120480E987}" presName="Image1" presStyleCnt="0"/>
      <dgm:spPr/>
    </dgm:pt>
    <dgm:pt modelId="{3925085F-C8BF-44FF-A51C-8007FF1C0707}" type="pres">
      <dgm:prSet presAssocID="{8C944C5C-C372-4EA8-87C9-FF120480E987}" presName="Image" presStyleLbl="align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</dgm:spPr>
    </dgm:pt>
    <dgm:pt modelId="{10C006CE-45C3-4CE3-9154-6E708FB68116}" type="pres">
      <dgm:prSet presAssocID="{8C944C5C-C372-4EA8-87C9-FF120480E987}" presName="Accent1" presStyleCnt="0"/>
      <dgm:spPr/>
    </dgm:pt>
    <dgm:pt modelId="{0D9FB10F-8F20-4914-B4E3-B60E87A17B15}" type="pres">
      <dgm:prSet presAssocID="{8C944C5C-C372-4EA8-87C9-FF120480E987}" presName="Accent" presStyleLbl="parChTrans1D1" presStyleIdx="0" presStyleCnt="6"/>
      <dgm:spPr/>
    </dgm:pt>
    <dgm:pt modelId="{8F4F3CD9-A55C-4F69-B794-DA9458D0830E}" type="pres">
      <dgm:prSet presAssocID="{8C944C5C-C372-4EA8-87C9-FF120480E987}" presName="Text1" presStyleLbl="alignImgPlac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4A9154-3114-406D-8BE1-AAAE06C2FE5A}" type="pres">
      <dgm:prSet presAssocID="{962E08E1-F0A4-4E6E-99B4-EEF97B3667AF}" presName="Image2" presStyleCnt="0"/>
      <dgm:spPr/>
    </dgm:pt>
    <dgm:pt modelId="{8E3C442F-976D-440A-9B29-4F8219E521DE}" type="pres">
      <dgm:prSet presAssocID="{962E08E1-F0A4-4E6E-99B4-EEF97B3667AF}" presName="Image" presStyleLbl="alignImgPlac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</dgm:pt>
    <dgm:pt modelId="{64B576D1-C57B-4902-ABBA-D3B2A762A4EB}" type="pres">
      <dgm:prSet presAssocID="{962E08E1-F0A4-4E6E-99B4-EEF97B3667AF}" presName="Accent2" presStyleCnt="0"/>
      <dgm:spPr/>
    </dgm:pt>
    <dgm:pt modelId="{25C10FBC-D84E-4DBD-A7E0-FC8AED55D9DF}" type="pres">
      <dgm:prSet presAssocID="{962E08E1-F0A4-4E6E-99B4-EEF97B3667AF}" presName="Accent" presStyleLbl="parChTrans1D1" presStyleIdx="1" presStyleCnt="6"/>
      <dgm:spPr/>
    </dgm:pt>
    <dgm:pt modelId="{97ECD71F-577D-43F3-813B-14B3E82FB3FF}" type="pres">
      <dgm:prSet presAssocID="{962E08E1-F0A4-4E6E-99B4-EEF97B3667AF}" presName="Text2" presStyleLbl="alignImgPlac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E3D396-C8DF-48DE-8C49-3A7F2BE70307}" type="pres">
      <dgm:prSet presAssocID="{04DA2936-150F-4B4C-B731-BE7E41E250C1}" presName="Image3" presStyleCnt="0"/>
      <dgm:spPr/>
    </dgm:pt>
    <dgm:pt modelId="{4983AB02-C650-4723-A19E-A53B4A2160EC}" type="pres">
      <dgm:prSet presAssocID="{04DA2936-150F-4B4C-B731-BE7E41E250C1}" presName="Image" presStyleLbl="align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</dgm:pt>
    <dgm:pt modelId="{6E3F6BAE-D29D-47FD-85E0-EB7A2DA31F6A}" type="pres">
      <dgm:prSet presAssocID="{04DA2936-150F-4B4C-B731-BE7E41E250C1}" presName="Accent3" presStyleCnt="0"/>
      <dgm:spPr/>
    </dgm:pt>
    <dgm:pt modelId="{2C8D1EEF-456C-4BFA-BC62-89104AB92808}" type="pres">
      <dgm:prSet presAssocID="{04DA2936-150F-4B4C-B731-BE7E41E250C1}" presName="Accent" presStyleLbl="parChTrans1D1" presStyleIdx="2" presStyleCnt="6"/>
      <dgm:spPr/>
    </dgm:pt>
    <dgm:pt modelId="{7E9B24D3-4303-49C8-BBE3-91B8F66998DD}" type="pres">
      <dgm:prSet presAssocID="{04DA2936-150F-4B4C-B731-BE7E41E250C1}" presName="Text3" presStyleLbl="alignImgPlac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6D9958-41BF-4368-8265-60F9BE786FD6}" type="pres">
      <dgm:prSet presAssocID="{32EB3CB3-A989-4468-993B-BDAAC62A844C}" presName="Image4" presStyleCnt="0"/>
      <dgm:spPr/>
    </dgm:pt>
    <dgm:pt modelId="{FFB14933-05E4-43D7-A847-EFCF303662C1}" type="pres">
      <dgm:prSet presAssocID="{32EB3CB3-A989-4468-993B-BDAAC62A844C}" presName="Image" presStyleLbl="align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8000" r="-48000"/>
          </a:stretch>
        </a:blipFill>
      </dgm:spPr>
    </dgm:pt>
    <dgm:pt modelId="{EF943600-1B49-4BCC-B3FA-6AD0B8FF4D8C}" type="pres">
      <dgm:prSet presAssocID="{32EB3CB3-A989-4468-993B-BDAAC62A844C}" presName="Accent4" presStyleCnt="0"/>
      <dgm:spPr/>
    </dgm:pt>
    <dgm:pt modelId="{8DC81D1A-2703-4328-863E-8BD344AAFD13}" type="pres">
      <dgm:prSet presAssocID="{32EB3CB3-A989-4468-993B-BDAAC62A844C}" presName="Accent" presStyleLbl="parChTrans1D1" presStyleIdx="3" presStyleCnt="6"/>
      <dgm:spPr/>
    </dgm:pt>
    <dgm:pt modelId="{7383A78B-3435-414F-886C-DD8F398A2255}" type="pres">
      <dgm:prSet presAssocID="{32EB3CB3-A989-4468-993B-BDAAC62A844C}" presName="Text4" presStyleLbl="alignImgPlac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ED0CB1-4FD8-4A67-A412-FA9EE38AB00E}" type="pres">
      <dgm:prSet presAssocID="{1D38831A-EC72-412D-AA49-A5032F543B8A}" presName="Image5" presStyleCnt="0"/>
      <dgm:spPr/>
    </dgm:pt>
    <dgm:pt modelId="{6F96A851-C8E1-42E5-BFA2-9499CF330604}" type="pres">
      <dgm:prSet presAssocID="{1D38831A-EC72-412D-AA49-A5032F543B8A}" presName="Image" presStyleLbl="align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</dgm:spPr>
    </dgm:pt>
    <dgm:pt modelId="{5415F562-0E36-44D5-BFB5-E75798247B47}" type="pres">
      <dgm:prSet presAssocID="{1D38831A-EC72-412D-AA49-A5032F543B8A}" presName="Accent5" presStyleCnt="0"/>
      <dgm:spPr/>
    </dgm:pt>
    <dgm:pt modelId="{C2AC5C20-1D16-4DA6-8A49-9A58C1F0F6D1}" type="pres">
      <dgm:prSet presAssocID="{1D38831A-EC72-412D-AA49-A5032F543B8A}" presName="Accent" presStyleLbl="parChTrans1D1" presStyleIdx="4" presStyleCnt="6"/>
      <dgm:spPr/>
    </dgm:pt>
    <dgm:pt modelId="{8E598F3C-B998-45A8-B19E-0AF020048DA9}" type="pres">
      <dgm:prSet presAssocID="{1D38831A-EC72-412D-AA49-A5032F543B8A}" presName="Text5" presStyleLbl="alignImgPlac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AEA5D9-75C3-4544-8E41-5D00FD5D843E}" type="pres">
      <dgm:prSet presAssocID="{D0A535AB-8478-4854-84EB-8702C291A766}" presName="Image6" presStyleCnt="0"/>
      <dgm:spPr/>
    </dgm:pt>
    <dgm:pt modelId="{DF9F3C59-688F-416F-B33F-E1CD94D194D7}" type="pres">
      <dgm:prSet presAssocID="{D0A535AB-8478-4854-84EB-8702C291A766}" presName="Image" presStyleLbl="align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F4EB5461-956B-4D63-85E0-51A9AF136C41}" type="pres">
      <dgm:prSet presAssocID="{D0A535AB-8478-4854-84EB-8702C291A766}" presName="Accent6" presStyleCnt="0"/>
      <dgm:spPr/>
    </dgm:pt>
    <dgm:pt modelId="{C2C0B657-67D4-4358-A170-1242A959ADA1}" type="pres">
      <dgm:prSet presAssocID="{D0A535AB-8478-4854-84EB-8702C291A766}" presName="Accent" presStyleLbl="parChTrans1D1" presStyleIdx="5" presStyleCnt="6"/>
      <dgm:spPr/>
    </dgm:pt>
    <dgm:pt modelId="{3FEC2717-B7A0-468A-A878-5D5FC9894840}" type="pres">
      <dgm:prSet presAssocID="{D0A535AB-8478-4854-84EB-8702C291A766}" presName="Text6" presStyleLbl="alignImgPlac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B8179B-2DEA-45B9-B4E3-141C024E4379}" type="presOf" srcId="{95F2E6C1-0571-417D-86C3-8C5D4778B524}" destId="{FC16FA92-DADF-4DBF-A730-1ACE7DFEFEB4}" srcOrd="0" destOrd="0" presId="urn:microsoft.com/office/officeart/2011/layout/ThemePictureAccent"/>
    <dgm:cxn modelId="{59B5BD7C-AD87-48CD-B4BD-96DD51F396B1}" type="presOf" srcId="{D0A535AB-8478-4854-84EB-8702C291A766}" destId="{3FEC2717-B7A0-468A-A878-5D5FC9894840}" srcOrd="0" destOrd="0" presId="urn:microsoft.com/office/officeart/2011/layout/ThemePictureAccent"/>
    <dgm:cxn modelId="{734970B5-CFBD-4B1C-9976-38E58D5843E5}" srcId="{95F2E6C1-0571-417D-86C3-8C5D4778B524}" destId="{D0A535AB-8478-4854-84EB-8702C291A766}" srcOrd="5" destOrd="0" parTransId="{59B70C55-28A2-4F3B-8ADD-349EBE151A8F}" sibTransId="{78DA5633-8E59-4AD0-A4B6-F6E2CFD4BFFB}"/>
    <dgm:cxn modelId="{D1377E52-6723-434B-9639-25EC2A83B9D8}" type="presOf" srcId="{1D38831A-EC72-412D-AA49-A5032F543B8A}" destId="{8E598F3C-B998-45A8-B19E-0AF020048DA9}" srcOrd="0" destOrd="0" presId="urn:microsoft.com/office/officeart/2011/layout/ThemePictureAccent"/>
    <dgm:cxn modelId="{053011F6-86AD-4B89-90E9-E4371C998928}" srcId="{95F2E6C1-0571-417D-86C3-8C5D4778B524}" destId="{1D38831A-EC72-412D-AA49-A5032F543B8A}" srcOrd="4" destOrd="0" parTransId="{E3CE237F-D6F4-49E3-8467-94F2E50F5862}" sibTransId="{0E9013BC-386D-4939-8960-C5E6C9AB5AE5}"/>
    <dgm:cxn modelId="{EF9F34EA-9C8E-4346-AC31-912930092448}" srcId="{95F2E6C1-0571-417D-86C3-8C5D4778B524}" destId="{32EB3CB3-A989-4468-993B-BDAAC62A844C}" srcOrd="3" destOrd="0" parTransId="{CA475B86-BE23-434F-B23F-4B6E701FFD02}" sibTransId="{C6BB8739-4523-43C3-8D67-A329D8E6CABF}"/>
    <dgm:cxn modelId="{3B86749E-64F3-48A7-8B5C-18AF488D9187}" type="presOf" srcId="{32EB3CB3-A989-4468-993B-BDAAC62A844C}" destId="{7383A78B-3435-414F-886C-DD8F398A2255}" srcOrd="0" destOrd="0" presId="urn:microsoft.com/office/officeart/2011/layout/ThemePictureAccent"/>
    <dgm:cxn modelId="{4FC81856-DCD6-4E62-92B9-7F41765B4CE4}" type="presOf" srcId="{962E08E1-F0A4-4E6E-99B4-EEF97B3667AF}" destId="{97ECD71F-577D-43F3-813B-14B3E82FB3FF}" srcOrd="0" destOrd="0" presId="urn:microsoft.com/office/officeart/2011/layout/ThemePictureAccent"/>
    <dgm:cxn modelId="{CD2C53A9-A1E4-4F70-A046-3F9B49F1E9F2}" type="presOf" srcId="{8C944C5C-C372-4EA8-87C9-FF120480E987}" destId="{8F4F3CD9-A55C-4F69-B794-DA9458D0830E}" srcOrd="0" destOrd="0" presId="urn:microsoft.com/office/officeart/2011/layout/ThemePictureAccent"/>
    <dgm:cxn modelId="{25E4664F-D3FD-48CC-AFEC-77CE8BF81FDD}" type="presOf" srcId="{04DA2936-150F-4B4C-B731-BE7E41E250C1}" destId="{7E9B24D3-4303-49C8-BBE3-91B8F66998DD}" srcOrd="0" destOrd="0" presId="urn:microsoft.com/office/officeart/2011/layout/ThemePictureAccent"/>
    <dgm:cxn modelId="{6666EA81-33D1-40D7-84A5-5A8B20596D4F}" srcId="{95F2E6C1-0571-417D-86C3-8C5D4778B524}" destId="{04DA2936-150F-4B4C-B731-BE7E41E250C1}" srcOrd="2" destOrd="0" parTransId="{5356AF6A-F173-4131-B36C-8074576F9EBC}" sibTransId="{5C4F7F59-D4E8-45FA-8B12-85A054FBB56A}"/>
    <dgm:cxn modelId="{4E13CCE4-EFC0-4120-A5BF-6004457CBF08}" srcId="{95F2E6C1-0571-417D-86C3-8C5D4778B524}" destId="{8C944C5C-C372-4EA8-87C9-FF120480E987}" srcOrd="0" destOrd="0" parTransId="{2EF9282C-1BEC-4133-BA77-625DC289EA0D}" sibTransId="{ED79A999-1900-450D-86D4-00B2D8428B37}"/>
    <dgm:cxn modelId="{F32AF3D3-94A4-4522-A1C0-3FA7C79206B2}" srcId="{95F2E6C1-0571-417D-86C3-8C5D4778B524}" destId="{962E08E1-F0A4-4E6E-99B4-EEF97B3667AF}" srcOrd="1" destOrd="0" parTransId="{182356FA-66F3-4436-9FFC-A2CF9A261DCD}" sibTransId="{6EDF9663-ACA7-4675-B157-3F6935F13F60}"/>
    <dgm:cxn modelId="{E27289B1-CA42-4C32-A288-F4B1200C5166}" type="presParOf" srcId="{FC16FA92-DADF-4DBF-A730-1ACE7DFEFEB4}" destId="{7534099B-1CB9-4C77-A466-DFFD3CC8C5DA}" srcOrd="0" destOrd="0" presId="urn:microsoft.com/office/officeart/2011/layout/ThemePictureAccent"/>
    <dgm:cxn modelId="{4F17260D-8390-4E12-887B-7EA1A826412A}" type="presParOf" srcId="{7534099B-1CB9-4C77-A466-DFFD3CC8C5DA}" destId="{3925085F-C8BF-44FF-A51C-8007FF1C0707}" srcOrd="0" destOrd="0" presId="urn:microsoft.com/office/officeart/2011/layout/ThemePictureAccent"/>
    <dgm:cxn modelId="{1B634475-9912-4397-8627-14EECD3357F3}" type="presParOf" srcId="{FC16FA92-DADF-4DBF-A730-1ACE7DFEFEB4}" destId="{10C006CE-45C3-4CE3-9154-6E708FB68116}" srcOrd="1" destOrd="0" presId="urn:microsoft.com/office/officeart/2011/layout/ThemePictureAccent"/>
    <dgm:cxn modelId="{073B6C5B-38AF-4C37-8ABC-CC5549B28A6D}" type="presParOf" srcId="{10C006CE-45C3-4CE3-9154-6E708FB68116}" destId="{0D9FB10F-8F20-4914-B4E3-B60E87A17B15}" srcOrd="0" destOrd="0" presId="urn:microsoft.com/office/officeart/2011/layout/ThemePictureAccent"/>
    <dgm:cxn modelId="{B294BB5F-D2A6-4C14-AFB8-B34E6D7016BD}" type="presParOf" srcId="{FC16FA92-DADF-4DBF-A730-1ACE7DFEFEB4}" destId="{8F4F3CD9-A55C-4F69-B794-DA9458D0830E}" srcOrd="2" destOrd="0" presId="urn:microsoft.com/office/officeart/2011/layout/ThemePictureAccent"/>
    <dgm:cxn modelId="{645FAAD7-577D-471E-BC2F-1DB1AF4D19E6}" type="presParOf" srcId="{FC16FA92-DADF-4DBF-A730-1ACE7DFEFEB4}" destId="{CE4A9154-3114-406D-8BE1-AAAE06C2FE5A}" srcOrd="3" destOrd="0" presId="urn:microsoft.com/office/officeart/2011/layout/ThemePictureAccent"/>
    <dgm:cxn modelId="{F7882D52-D3F9-43B1-9C0A-B4B1D82C7FB6}" type="presParOf" srcId="{CE4A9154-3114-406D-8BE1-AAAE06C2FE5A}" destId="{8E3C442F-976D-440A-9B29-4F8219E521DE}" srcOrd="0" destOrd="0" presId="urn:microsoft.com/office/officeart/2011/layout/ThemePictureAccent"/>
    <dgm:cxn modelId="{0919399D-1A12-4A47-AD78-9B83AE6CA94B}" type="presParOf" srcId="{FC16FA92-DADF-4DBF-A730-1ACE7DFEFEB4}" destId="{64B576D1-C57B-4902-ABBA-D3B2A762A4EB}" srcOrd="4" destOrd="0" presId="urn:microsoft.com/office/officeart/2011/layout/ThemePictureAccent"/>
    <dgm:cxn modelId="{7A5112B3-C645-47BD-B149-0B9F12E2E0CC}" type="presParOf" srcId="{64B576D1-C57B-4902-ABBA-D3B2A762A4EB}" destId="{25C10FBC-D84E-4DBD-A7E0-FC8AED55D9DF}" srcOrd="0" destOrd="0" presId="urn:microsoft.com/office/officeart/2011/layout/ThemePictureAccent"/>
    <dgm:cxn modelId="{B5CF582F-5D28-4E77-B7A7-B79A409ABF5D}" type="presParOf" srcId="{FC16FA92-DADF-4DBF-A730-1ACE7DFEFEB4}" destId="{97ECD71F-577D-43F3-813B-14B3E82FB3FF}" srcOrd="5" destOrd="0" presId="urn:microsoft.com/office/officeart/2011/layout/ThemePictureAccent"/>
    <dgm:cxn modelId="{D7DA5751-8DF8-462E-92EE-FD9F4D125179}" type="presParOf" srcId="{FC16FA92-DADF-4DBF-A730-1ACE7DFEFEB4}" destId="{F8E3D396-C8DF-48DE-8C49-3A7F2BE70307}" srcOrd="6" destOrd="0" presId="urn:microsoft.com/office/officeart/2011/layout/ThemePictureAccent"/>
    <dgm:cxn modelId="{68986AE9-271D-421C-8CB7-89DC2ED7683C}" type="presParOf" srcId="{F8E3D396-C8DF-48DE-8C49-3A7F2BE70307}" destId="{4983AB02-C650-4723-A19E-A53B4A2160EC}" srcOrd="0" destOrd="0" presId="urn:microsoft.com/office/officeart/2011/layout/ThemePictureAccent"/>
    <dgm:cxn modelId="{F3825811-126D-44F1-9EB0-0CEF572DB4A1}" type="presParOf" srcId="{FC16FA92-DADF-4DBF-A730-1ACE7DFEFEB4}" destId="{6E3F6BAE-D29D-47FD-85E0-EB7A2DA31F6A}" srcOrd="7" destOrd="0" presId="urn:microsoft.com/office/officeart/2011/layout/ThemePictureAccent"/>
    <dgm:cxn modelId="{4A562F22-376A-46BE-B8C8-71A16F02FF10}" type="presParOf" srcId="{6E3F6BAE-D29D-47FD-85E0-EB7A2DA31F6A}" destId="{2C8D1EEF-456C-4BFA-BC62-89104AB92808}" srcOrd="0" destOrd="0" presId="urn:microsoft.com/office/officeart/2011/layout/ThemePictureAccent"/>
    <dgm:cxn modelId="{0F72B6BE-C648-41BE-A17A-BEBEF8725893}" type="presParOf" srcId="{FC16FA92-DADF-4DBF-A730-1ACE7DFEFEB4}" destId="{7E9B24D3-4303-49C8-BBE3-91B8F66998DD}" srcOrd="8" destOrd="0" presId="urn:microsoft.com/office/officeart/2011/layout/ThemePictureAccent"/>
    <dgm:cxn modelId="{B22603D9-6C74-4BA1-80AA-C94EE04B19AF}" type="presParOf" srcId="{FC16FA92-DADF-4DBF-A730-1ACE7DFEFEB4}" destId="{376D9958-41BF-4368-8265-60F9BE786FD6}" srcOrd="9" destOrd="0" presId="urn:microsoft.com/office/officeart/2011/layout/ThemePictureAccent"/>
    <dgm:cxn modelId="{BAA8953E-F65E-4B3B-9093-19480B1DD129}" type="presParOf" srcId="{376D9958-41BF-4368-8265-60F9BE786FD6}" destId="{FFB14933-05E4-43D7-A847-EFCF303662C1}" srcOrd="0" destOrd="0" presId="urn:microsoft.com/office/officeart/2011/layout/ThemePictureAccent"/>
    <dgm:cxn modelId="{8FA430CE-A9E0-4931-B7E3-7FBF7B1D518A}" type="presParOf" srcId="{FC16FA92-DADF-4DBF-A730-1ACE7DFEFEB4}" destId="{EF943600-1B49-4BCC-B3FA-6AD0B8FF4D8C}" srcOrd="10" destOrd="0" presId="urn:microsoft.com/office/officeart/2011/layout/ThemePictureAccent"/>
    <dgm:cxn modelId="{F8B2E9FC-FDE2-402F-A69D-0548DD023226}" type="presParOf" srcId="{EF943600-1B49-4BCC-B3FA-6AD0B8FF4D8C}" destId="{8DC81D1A-2703-4328-863E-8BD344AAFD13}" srcOrd="0" destOrd="0" presId="urn:microsoft.com/office/officeart/2011/layout/ThemePictureAccent"/>
    <dgm:cxn modelId="{289816C5-ABA8-41CF-9F99-129E1AC43187}" type="presParOf" srcId="{FC16FA92-DADF-4DBF-A730-1ACE7DFEFEB4}" destId="{7383A78B-3435-414F-886C-DD8F398A2255}" srcOrd="11" destOrd="0" presId="urn:microsoft.com/office/officeart/2011/layout/ThemePictureAccent"/>
    <dgm:cxn modelId="{5D563795-2533-4509-94B4-10E809E8E95B}" type="presParOf" srcId="{FC16FA92-DADF-4DBF-A730-1ACE7DFEFEB4}" destId="{C4ED0CB1-4FD8-4A67-A412-FA9EE38AB00E}" srcOrd="12" destOrd="0" presId="urn:microsoft.com/office/officeart/2011/layout/ThemePictureAccent"/>
    <dgm:cxn modelId="{4E54C28E-FD31-4FC4-A97D-1D4765BB502E}" type="presParOf" srcId="{C4ED0CB1-4FD8-4A67-A412-FA9EE38AB00E}" destId="{6F96A851-C8E1-42E5-BFA2-9499CF330604}" srcOrd="0" destOrd="0" presId="urn:microsoft.com/office/officeart/2011/layout/ThemePictureAccent"/>
    <dgm:cxn modelId="{58F74664-7872-4153-864D-320F9C3D1A51}" type="presParOf" srcId="{FC16FA92-DADF-4DBF-A730-1ACE7DFEFEB4}" destId="{5415F562-0E36-44D5-BFB5-E75798247B47}" srcOrd="13" destOrd="0" presId="urn:microsoft.com/office/officeart/2011/layout/ThemePictureAccent"/>
    <dgm:cxn modelId="{B300C994-6583-4209-BF07-208A5558CE56}" type="presParOf" srcId="{5415F562-0E36-44D5-BFB5-E75798247B47}" destId="{C2AC5C20-1D16-4DA6-8A49-9A58C1F0F6D1}" srcOrd="0" destOrd="0" presId="urn:microsoft.com/office/officeart/2011/layout/ThemePictureAccent"/>
    <dgm:cxn modelId="{97E869D6-85D8-416D-83F2-D4A52391BBD2}" type="presParOf" srcId="{FC16FA92-DADF-4DBF-A730-1ACE7DFEFEB4}" destId="{8E598F3C-B998-45A8-B19E-0AF020048DA9}" srcOrd="14" destOrd="0" presId="urn:microsoft.com/office/officeart/2011/layout/ThemePictureAccent"/>
    <dgm:cxn modelId="{E989AE3F-376B-43B2-BC88-8B4E5D748C6E}" type="presParOf" srcId="{FC16FA92-DADF-4DBF-A730-1ACE7DFEFEB4}" destId="{FDAEA5D9-75C3-4544-8E41-5D00FD5D843E}" srcOrd="15" destOrd="0" presId="urn:microsoft.com/office/officeart/2011/layout/ThemePictureAccent"/>
    <dgm:cxn modelId="{5D156F88-F35C-4FDE-B458-CB01144D4DBB}" type="presParOf" srcId="{FDAEA5D9-75C3-4544-8E41-5D00FD5D843E}" destId="{DF9F3C59-688F-416F-B33F-E1CD94D194D7}" srcOrd="0" destOrd="0" presId="urn:microsoft.com/office/officeart/2011/layout/ThemePictureAccent"/>
    <dgm:cxn modelId="{A39BA7DA-CD1F-4F2B-8CE3-ADE776E02885}" type="presParOf" srcId="{FC16FA92-DADF-4DBF-A730-1ACE7DFEFEB4}" destId="{F4EB5461-956B-4D63-85E0-51A9AF136C41}" srcOrd="16" destOrd="0" presId="urn:microsoft.com/office/officeart/2011/layout/ThemePictureAccent"/>
    <dgm:cxn modelId="{B339FB0D-DE47-4195-8A3C-AE9EC70EFE6A}" type="presParOf" srcId="{F4EB5461-956B-4D63-85E0-51A9AF136C41}" destId="{C2C0B657-67D4-4358-A170-1242A959ADA1}" srcOrd="0" destOrd="0" presId="urn:microsoft.com/office/officeart/2011/layout/ThemePictureAccent"/>
    <dgm:cxn modelId="{B1A53751-0C02-4E56-BE91-29E9D744D005}" type="presParOf" srcId="{FC16FA92-DADF-4DBF-A730-1ACE7DFEFEB4}" destId="{3FEC2717-B7A0-468A-A878-5D5FC9894840}" srcOrd="17" destOrd="0" presId="urn:microsoft.com/office/officeart/2011/layout/ThemePictureAccen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Mind Your Business</a:t>
          </a:r>
          <a:endParaRPr lang="en-US" sz="2600" kern="1200" dirty="0"/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8000" r="-28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102870" rIns="192024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Business Sense – Balance Sheet</a:t>
          </a:r>
          <a:endParaRPr lang="en-US" sz="2700" kern="1200" dirty="0"/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Business Turbulence - Symptoms</a:t>
          </a:r>
          <a:endParaRPr lang="en-US" sz="2600" kern="1200" dirty="0"/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Project Governance</a:t>
          </a:r>
          <a:endParaRPr lang="en-US" sz="2600" kern="1200" dirty="0"/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4593A-8EE0-440D-B8B9-29076FE81A9B}">
      <dsp:nvSpPr>
        <dsp:cNvPr id="0" name=""/>
        <dsp:cNvSpPr/>
      </dsp:nvSpPr>
      <dsp:spPr>
        <a:xfrm rot="10800000">
          <a:off x="1539050" y="0"/>
          <a:ext cx="5472684" cy="642372"/>
        </a:xfrm>
        <a:prstGeom prst="homePlate">
          <a:avLst/>
        </a:prstGeom>
        <a:gradFill rotWithShape="0">
          <a:gsLst>
            <a:gs pos="28000">
              <a:schemeClr val="accent4">
                <a:alpha val="90000"/>
                <a:hueOff val="0"/>
                <a:satOff val="0"/>
                <a:lumOff val="0"/>
                <a:alphaOff val="0"/>
                <a:tint val="18000"/>
                <a:satMod val="120000"/>
                <a:lumMod val="88000"/>
              </a:schemeClr>
            </a:gs>
            <a:gs pos="100000">
              <a:schemeClr val="accent4">
                <a:alpha val="90000"/>
                <a:hueOff val="0"/>
                <a:satOff val="0"/>
                <a:lumOff val="0"/>
                <a:alphaOff val="0"/>
                <a:tint val="40000"/>
                <a:satMod val="100000"/>
                <a:lumMod val="78000"/>
              </a:schemeClr>
            </a:gs>
          </a:gsLst>
          <a:lin ang="5400000" scaled="0"/>
        </a:gradFill>
        <a:ln>
          <a:noFill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3268" tIns="99060" rIns="184912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Best Practices</a:t>
          </a:r>
          <a:endParaRPr lang="en-US" sz="2600" kern="1200" dirty="0"/>
        </a:p>
      </dsp:txBody>
      <dsp:txXfrm rot="10800000">
        <a:off x="1699643" y="0"/>
        <a:ext cx="5312091" cy="642372"/>
      </dsp:txXfrm>
    </dsp:sp>
    <dsp:sp modelId="{C20EDF00-B419-47DC-9382-8A90F0964164}">
      <dsp:nvSpPr>
        <dsp:cNvPr id="0" name=""/>
        <dsp:cNvSpPr/>
      </dsp:nvSpPr>
      <dsp:spPr>
        <a:xfrm>
          <a:off x="1217864" y="0"/>
          <a:ext cx="642372" cy="642372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50800" dir="5400000" sx="98000" sy="98000" rotWithShape="0">
            <a:srgbClr val="000000">
              <a:alpha val="2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43F82-A43A-45AB-80CA-6364CAD17A65}">
      <dsp:nvSpPr>
        <dsp:cNvPr id="0" name=""/>
        <dsp:cNvSpPr/>
      </dsp:nvSpPr>
      <dsp:spPr>
        <a:xfrm>
          <a:off x="-5233406" y="-809160"/>
          <a:ext cx="6291345" cy="6291345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15875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A49F1-EB03-4523-8D4F-9A9F2F7575AF}">
      <dsp:nvSpPr>
        <dsp:cNvPr id="0" name=""/>
        <dsp:cNvSpPr/>
      </dsp:nvSpPr>
      <dsp:spPr>
        <a:xfrm>
          <a:off x="698266" y="467302"/>
          <a:ext cx="7059296" cy="934605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1843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solidFill>
                <a:schemeClr val="accent6">
                  <a:lumMod val="75000"/>
                </a:schemeClr>
              </a:solidFill>
            </a:rPr>
            <a:t>Intangible Benefit Spiral</a:t>
          </a:r>
          <a:endParaRPr lang="en-US" sz="30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698266" y="467302"/>
        <a:ext cx="7059296" cy="934605"/>
      </dsp:txXfrm>
    </dsp:sp>
    <dsp:sp modelId="{1DBAF1A9-6DFC-4740-8622-672419719B99}">
      <dsp:nvSpPr>
        <dsp:cNvPr id="0" name=""/>
        <dsp:cNvSpPr/>
      </dsp:nvSpPr>
      <dsp:spPr>
        <a:xfrm>
          <a:off x="14836" y="251175"/>
          <a:ext cx="1366859" cy="136685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B2312-45D4-4427-A2DC-AC341FF4E45F}">
      <dsp:nvSpPr>
        <dsp:cNvPr id="0" name=""/>
        <dsp:cNvSpPr/>
      </dsp:nvSpPr>
      <dsp:spPr>
        <a:xfrm>
          <a:off x="1037995" y="1869210"/>
          <a:ext cx="6719567" cy="934605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1843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  <a:endParaRPr lang="en-US" sz="30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1037995" y="1869210"/>
        <a:ext cx="6719567" cy="934605"/>
      </dsp:txXfrm>
    </dsp:sp>
    <dsp:sp modelId="{1E432F70-6EB9-4288-834C-1E39C4E6D6F3}">
      <dsp:nvSpPr>
        <dsp:cNvPr id="0" name=""/>
        <dsp:cNvSpPr/>
      </dsp:nvSpPr>
      <dsp:spPr>
        <a:xfrm>
          <a:off x="354565" y="1653082"/>
          <a:ext cx="1366859" cy="136685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23030-47E3-4D1D-A83F-ACAACBBC1E60}">
      <dsp:nvSpPr>
        <dsp:cNvPr id="0" name=""/>
        <dsp:cNvSpPr/>
      </dsp:nvSpPr>
      <dsp:spPr>
        <a:xfrm>
          <a:off x="698266" y="3271117"/>
          <a:ext cx="7059296" cy="934605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1843" tIns="76200" rIns="76200" bIns="762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solidFill>
                <a:schemeClr val="accent4">
                  <a:lumMod val="75000"/>
                </a:schemeClr>
              </a:solidFill>
            </a:rPr>
            <a:t>Brand Retention</a:t>
          </a:r>
          <a:endParaRPr lang="en-US" sz="3000" kern="1200" dirty="0">
            <a:solidFill>
              <a:schemeClr val="accent4">
                <a:lumMod val="75000"/>
              </a:schemeClr>
            </a:solidFill>
          </a:endParaRPr>
        </a:p>
      </dsp:txBody>
      <dsp:txXfrm>
        <a:off x="698266" y="3271117"/>
        <a:ext cx="7059296" cy="934605"/>
      </dsp:txXfrm>
    </dsp:sp>
    <dsp:sp modelId="{DD638958-B4F1-4D50-884D-E7CDED658371}">
      <dsp:nvSpPr>
        <dsp:cNvPr id="0" name=""/>
        <dsp:cNvSpPr/>
      </dsp:nvSpPr>
      <dsp:spPr>
        <a:xfrm>
          <a:off x="14836" y="3054990"/>
          <a:ext cx="1366859" cy="136685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C4F20-3668-4462-A384-04FADA6E5011}">
      <dsp:nvSpPr>
        <dsp:cNvPr id="0" name=""/>
        <dsp:cNvSpPr/>
      </dsp:nvSpPr>
      <dsp:spPr>
        <a:xfrm>
          <a:off x="0" y="0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lumMod val="95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Stakeholder Satisfaction</a:t>
          </a:r>
          <a:endParaRPr lang="en-US" sz="4200" kern="1200" dirty="0"/>
        </a:p>
      </dsp:txBody>
      <dsp:txXfrm>
        <a:off x="1668430" y="0"/>
        <a:ext cx="6180169" cy="987102"/>
      </dsp:txXfrm>
    </dsp:sp>
    <dsp:sp modelId="{95676774-7171-4B57-84B3-0EB9AF5D1AEF}">
      <dsp:nvSpPr>
        <dsp:cNvPr id="0" name=""/>
        <dsp:cNvSpPr/>
      </dsp:nvSpPr>
      <dsp:spPr>
        <a:xfrm>
          <a:off x="98710" y="98710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1000" b="-31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C30681-D17D-4658-BA75-410F26103127}">
      <dsp:nvSpPr>
        <dsp:cNvPr id="0" name=""/>
        <dsp:cNvSpPr/>
      </dsp:nvSpPr>
      <dsp:spPr>
        <a:xfrm>
          <a:off x="0" y="1085812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48850"/>
                <a:satOff val="917"/>
                <a:lumOff val="5751"/>
                <a:alphaOff val="0"/>
                <a:lumMod val="95000"/>
              </a:schemeClr>
            </a:gs>
            <a:gs pos="100000">
              <a:schemeClr val="accent4">
                <a:shade val="80000"/>
                <a:hueOff val="-48850"/>
                <a:satOff val="917"/>
                <a:lumOff val="5751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smtClean="0"/>
            <a:t>Maintain Profitability</a:t>
          </a:r>
          <a:endParaRPr lang="en-US" sz="4200" kern="1200"/>
        </a:p>
      </dsp:txBody>
      <dsp:txXfrm>
        <a:off x="1668430" y="1085812"/>
        <a:ext cx="6180169" cy="987102"/>
      </dsp:txXfrm>
    </dsp:sp>
    <dsp:sp modelId="{DF108608-D170-4A49-AD0C-B501CCD08B98}">
      <dsp:nvSpPr>
        <dsp:cNvPr id="0" name=""/>
        <dsp:cNvSpPr/>
      </dsp:nvSpPr>
      <dsp:spPr>
        <a:xfrm>
          <a:off x="98710" y="1184523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4000" b="-24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019D1-156C-45F9-B5B9-D4EE344A183D}">
      <dsp:nvSpPr>
        <dsp:cNvPr id="0" name=""/>
        <dsp:cNvSpPr/>
      </dsp:nvSpPr>
      <dsp:spPr>
        <a:xfrm>
          <a:off x="0" y="2171625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97700"/>
                <a:satOff val="1834"/>
                <a:lumOff val="11502"/>
                <a:alphaOff val="0"/>
                <a:lumMod val="95000"/>
              </a:schemeClr>
            </a:gs>
            <a:gs pos="100000">
              <a:schemeClr val="accent4">
                <a:shade val="80000"/>
                <a:hueOff val="-97700"/>
                <a:satOff val="1834"/>
                <a:lumOff val="11502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smtClean="0"/>
            <a:t>Inculcate Scope Change</a:t>
          </a:r>
          <a:endParaRPr lang="en-US" sz="4200" kern="1200"/>
        </a:p>
      </dsp:txBody>
      <dsp:txXfrm>
        <a:off x="1668430" y="2171625"/>
        <a:ext cx="6180169" cy="987102"/>
      </dsp:txXfrm>
    </dsp:sp>
    <dsp:sp modelId="{8E430CDF-F2DB-4AFD-8814-0FD99847D687}">
      <dsp:nvSpPr>
        <dsp:cNvPr id="0" name=""/>
        <dsp:cNvSpPr/>
      </dsp:nvSpPr>
      <dsp:spPr>
        <a:xfrm>
          <a:off x="98710" y="2270335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2000" b="-4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530CB8-1FF1-4B9E-8703-54F780ADA2D3}">
      <dsp:nvSpPr>
        <dsp:cNvPr id="0" name=""/>
        <dsp:cNvSpPr/>
      </dsp:nvSpPr>
      <dsp:spPr>
        <a:xfrm>
          <a:off x="0" y="3257438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146550"/>
                <a:satOff val="2751"/>
                <a:lumOff val="17253"/>
                <a:alphaOff val="0"/>
                <a:lumMod val="95000"/>
              </a:schemeClr>
            </a:gs>
            <a:gs pos="100000">
              <a:schemeClr val="accent4">
                <a:shade val="80000"/>
                <a:hueOff val="-146550"/>
                <a:satOff val="2751"/>
                <a:lumOff val="17253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Lessons Learnt</a:t>
          </a:r>
          <a:endParaRPr lang="en-US" sz="4200" kern="1200" dirty="0"/>
        </a:p>
      </dsp:txBody>
      <dsp:txXfrm>
        <a:off x="1668430" y="3257438"/>
        <a:ext cx="6180169" cy="987102"/>
      </dsp:txXfrm>
    </dsp:sp>
    <dsp:sp modelId="{9FB42E90-FE3B-442D-8795-85F73CD58556}">
      <dsp:nvSpPr>
        <dsp:cNvPr id="0" name=""/>
        <dsp:cNvSpPr/>
      </dsp:nvSpPr>
      <dsp:spPr>
        <a:xfrm>
          <a:off x="98710" y="3356148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6C4E6-4A78-4459-8BB6-CD1B348A1D98}">
      <dsp:nvSpPr>
        <dsp:cNvPr id="0" name=""/>
        <dsp:cNvSpPr/>
      </dsp:nvSpPr>
      <dsp:spPr>
        <a:xfrm>
          <a:off x="0" y="4343251"/>
          <a:ext cx="7848600" cy="98710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hade val="80000"/>
                <a:hueOff val="-195400"/>
                <a:satOff val="3668"/>
                <a:lumOff val="23004"/>
                <a:alphaOff val="0"/>
                <a:lumMod val="95000"/>
              </a:schemeClr>
            </a:gs>
            <a:gs pos="100000">
              <a:schemeClr val="accent4">
                <a:shade val="80000"/>
                <a:hueOff val="-195400"/>
                <a:satOff val="3668"/>
                <a:lumOff val="23004"/>
                <a:alphaOff val="0"/>
                <a:shade val="82000"/>
                <a:satMod val="125000"/>
                <a:lumMod val="74000"/>
              </a:schemeClr>
            </a:gs>
          </a:gsLst>
          <a:lin ang="5400000" scaled="0"/>
        </a:gradFill>
        <a:ln>
          <a:noFill/>
        </a:ln>
        <a:effectLst>
          <a:outerShdw blurRad="40005" dist="22984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Early to Market</a:t>
          </a:r>
          <a:endParaRPr lang="en-US" sz="4200" kern="1200" dirty="0"/>
        </a:p>
      </dsp:txBody>
      <dsp:txXfrm>
        <a:off x="1668430" y="4343251"/>
        <a:ext cx="6180169" cy="987102"/>
      </dsp:txXfrm>
    </dsp:sp>
    <dsp:sp modelId="{64D9021F-7225-486B-9301-EFD3EC29EF79}">
      <dsp:nvSpPr>
        <dsp:cNvPr id="0" name=""/>
        <dsp:cNvSpPr/>
      </dsp:nvSpPr>
      <dsp:spPr>
        <a:xfrm>
          <a:off x="98710" y="4441961"/>
          <a:ext cx="1569720" cy="78968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3B07C-ECFB-4722-99CB-66B29BAA905A}">
      <dsp:nvSpPr>
        <dsp:cNvPr id="0" name=""/>
        <dsp:cNvSpPr/>
      </dsp:nvSpPr>
      <dsp:spPr>
        <a:xfrm rot="10800000">
          <a:off x="1303273" y="1895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1895"/>
        <a:ext cx="3771647" cy="1128772"/>
      </dsp:txXfrm>
    </dsp:sp>
    <dsp:sp modelId="{BEE68DD3-7AF6-42E5-95FF-2696A26C484A}">
      <dsp:nvSpPr>
        <dsp:cNvPr id="0" name=""/>
        <dsp:cNvSpPr/>
      </dsp:nvSpPr>
      <dsp:spPr>
        <a:xfrm>
          <a:off x="738886" y="1895"/>
          <a:ext cx="1128772" cy="11287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C857B-7BE8-4777-A0FA-7752FBB554D6}">
      <dsp:nvSpPr>
        <dsp:cNvPr id="0" name=""/>
        <dsp:cNvSpPr/>
      </dsp:nvSpPr>
      <dsp:spPr>
        <a:xfrm rot="10800000">
          <a:off x="1303273" y="1467613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1467613"/>
        <a:ext cx="3771647" cy="1128772"/>
      </dsp:txXfrm>
    </dsp:sp>
    <dsp:sp modelId="{73AC43CD-ED48-4E0D-9617-4270FD8B4750}">
      <dsp:nvSpPr>
        <dsp:cNvPr id="0" name=""/>
        <dsp:cNvSpPr/>
      </dsp:nvSpPr>
      <dsp:spPr>
        <a:xfrm>
          <a:off x="738886" y="1467613"/>
          <a:ext cx="1128772" cy="112877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82416-BABF-4C06-A183-5C4B6FD2BBF5}">
      <dsp:nvSpPr>
        <dsp:cNvPr id="0" name=""/>
        <dsp:cNvSpPr/>
      </dsp:nvSpPr>
      <dsp:spPr>
        <a:xfrm rot="10800000">
          <a:off x="1303273" y="2933332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2933332"/>
        <a:ext cx="3771647" cy="1128772"/>
      </dsp:txXfrm>
    </dsp:sp>
    <dsp:sp modelId="{688EC05A-5831-4831-BB4D-193427BF2B9B}">
      <dsp:nvSpPr>
        <dsp:cNvPr id="0" name=""/>
        <dsp:cNvSpPr/>
      </dsp:nvSpPr>
      <dsp:spPr>
        <a:xfrm>
          <a:off x="738886" y="2933332"/>
          <a:ext cx="1128772" cy="11287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3B07C-ECFB-4722-99CB-66B29BAA905A}">
      <dsp:nvSpPr>
        <dsp:cNvPr id="0" name=""/>
        <dsp:cNvSpPr/>
      </dsp:nvSpPr>
      <dsp:spPr>
        <a:xfrm rot="10800000">
          <a:off x="1303273" y="1895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1895"/>
        <a:ext cx="3771647" cy="1128772"/>
      </dsp:txXfrm>
    </dsp:sp>
    <dsp:sp modelId="{BEE68DD3-7AF6-42E5-95FF-2696A26C484A}">
      <dsp:nvSpPr>
        <dsp:cNvPr id="0" name=""/>
        <dsp:cNvSpPr/>
      </dsp:nvSpPr>
      <dsp:spPr>
        <a:xfrm>
          <a:off x="738886" y="1895"/>
          <a:ext cx="1128772" cy="11287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000" r="-1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C857B-7BE8-4777-A0FA-7752FBB554D6}">
      <dsp:nvSpPr>
        <dsp:cNvPr id="0" name=""/>
        <dsp:cNvSpPr/>
      </dsp:nvSpPr>
      <dsp:spPr>
        <a:xfrm rot="10800000">
          <a:off x="1303273" y="1467613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1467613"/>
        <a:ext cx="3771647" cy="1128772"/>
      </dsp:txXfrm>
    </dsp:sp>
    <dsp:sp modelId="{73AC43CD-ED48-4E0D-9617-4270FD8B4750}">
      <dsp:nvSpPr>
        <dsp:cNvPr id="0" name=""/>
        <dsp:cNvSpPr/>
      </dsp:nvSpPr>
      <dsp:spPr>
        <a:xfrm>
          <a:off x="738886" y="1467613"/>
          <a:ext cx="1128772" cy="112877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82416-BABF-4C06-A183-5C4B6FD2BBF5}">
      <dsp:nvSpPr>
        <dsp:cNvPr id="0" name=""/>
        <dsp:cNvSpPr/>
      </dsp:nvSpPr>
      <dsp:spPr>
        <a:xfrm rot="10800000">
          <a:off x="1303273" y="2933332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2933332"/>
        <a:ext cx="3771647" cy="1128772"/>
      </dsp:txXfrm>
    </dsp:sp>
    <dsp:sp modelId="{688EC05A-5831-4831-BB4D-193427BF2B9B}">
      <dsp:nvSpPr>
        <dsp:cNvPr id="0" name=""/>
        <dsp:cNvSpPr/>
      </dsp:nvSpPr>
      <dsp:spPr>
        <a:xfrm>
          <a:off x="738886" y="2933332"/>
          <a:ext cx="1128772" cy="11287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3B07C-ECFB-4722-99CB-66B29BAA905A}">
      <dsp:nvSpPr>
        <dsp:cNvPr id="0" name=""/>
        <dsp:cNvSpPr/>
      </dsp:nvSpPr>
      <dsp:spPr>
        <a:xfrm rot="10800000">
          <a:off x="1303273" y="1895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1895"/>
        <a:ext cx="3771647" cy="1128772"/>
      </dsp:txXfrm>
    </dsp:sp>
    <dsp:sp modelId="{BEE68DD3-7AF6-42E5-95FF-2696A26C484A}">
      <dsp:nvSpPr>
        <dsp:cNvPr id="0" name=""/>
        <dsp:cNvSpPr/>
      </dsp:nvSpPr>
      <dsp:spPr>
        <a:xfrm>
          <a:off x="738886" y="1895"/>
          <a:ext cx="1128772" cy="11287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C857B-7BE8-4777-A0FA-7752FBB554D6}">
      <dsp:nvSpPr>
        <dsp:cNvPr id="0" name=""/>
        <dsp:cNvSpPr/>
      </dsp:nvSpPr>
      <dsp:spPr>
        <a:xfrm rot="10800000">
          <a:off x="1303273" y="1467613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1467613"/>
        <a:ext cx="3771647" cy="1128772"/>
      </dsp:txXfrm>
    </dsp:sp>
    <dsp:sp modelId="{73AC43CD-ED48-4E0D-9617-4270FD8B4750}">
      <dsp:nvSpPr>
        <dsp:cNvPr id="0" name=""/>
        <dsp:cNvSpPr/>
      </dsp:nvSpPr>
      <dsp:spPr>
        <a:xfrm>
          <a:off x="738886" y="1467613"/>
          <a:ext cx="1128772" cy="112877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82416-BABF-4C06-A183-5C4B6FD2BBF5}">
      <dsp:nvSpPr>
        <dsp:cNvPr id="0" name=""/>
        <dsp:cNvSpPr/>
      </dsp:nvSpPr>
      <dsp:spPr>
        <a:xfrm rot="10800000">
          <a:off x="1303273" y="2933332"/>
          <a:ext cx="4053840" cy="112877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7757" tIns="205740" rIns="384048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400" kern="1200"/>
        </a:p>
      </dsp:txBody>
      <dsp:txXfrm rot="10800000">
        <a:off x="1585466" y="2933332"/>
        <a:ext cx="3771647" cy="1128772"/>
      </dsp:txXfrm>
    </dsp:sp>
    <dsp:sp modelId="{688EC05A-5831-4831-BB4D-193427BF2B9B}">
      <dsp:nvSpPr>
        <dsp:cNvPr id="0" name=""/>
        <dsp:cNvSpPr/>
      </dsp:nvSpPr>
      <dsp:spPr>
        <a:xfrm>
          <a:off x="738886" y="2933332"/>
          <a:ext cx="1128772" cy="11287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3B07C-ECFB-4722-99CB-66B29BAA905A}">
      <dsp:nvSpPr>
        <dsp:cNvPr id="0" name=""/>
        <dsp:cNvSpPr/>
      </dsp:nvSpPr>
      <dsp:spPr>
        <a:xfrm rot="10800000">
          <a:off x="1228486" y="1270"/>
          <a:ext cx="4053840" cy="829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843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900" kern="1200"/>
        </a:p>
      </dsp:txBody>
      <dsp:txXfrm rot="10800000">
        <a:off x="1435893" y="1270"/>
        <a:ext cx="3846433" cy="829627"/>
      </dsp:txXfrm>
    </dsp:sp>
    <dsp:sp modelId="{BEE68DD3-7AF6-42E5-95FF-2696A26C484A}">
      <dsp:nvSpPr>
        <dsp:cNvPr id="0" name=""/>
        <dsp:cNvSpPr/>
      </dsp:nvSpPr>
      <dsp:spPr>
        <a:xfrm>
          <a:off x="813673" y="1270"/>
          <a:ext cx="829627" cy="82962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C857B-7BE8-4777-A0FA-7752FBB554D6}">
      <dsp:nvSpPr>
        <dsp:cNvPr id="0" name=""/>
        <dsp:cNvSpPr/>
      </dsp:nvSpPr>
      <dsp:spPr>
        <a:xfrm rot="10800000">
          <a:off x="1228486" y="1078547"/>
          <a:ext cx="4053840" cy="829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843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900" kern="1200"/>
        </a:p>
      </dsp:txBody>
      <dsp:txXfrm rot="10800000">
        <a:off x="1435893" y="1078547"/>
        <a:ext cx="3846433" cy="829627"/>
      </dsp:txXfrm>
    </dsp:sp>
    <dsp:sp modelId="{73AC43CD-ED48-4E0D-9617-4270FD8B4750}">
      <dsp:nvSpPr>
        <dsp:cNvPr id="0" name=""/>
        <dsp:cNvSpPr/>
      </dsp:nvSpPr>
      <dsp:spPr>
        <a:xfrm>
          <a:off x="813673" y="1078547"/>
          <a:ext cx="829627" cy="829627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82416-BABF-4C06-A183-5C4B6FD2BBF5}">
      <dsp:nvSpPr>
        <dsp:cNvPr id="0" name=""/>
        <dsp:cNvSpPr/>
      </dsp:nvSpPr>
      <dsp:spPr>
        <a:xfrm rot="10800000">
          <a:off x="1228486" y="2155825"/>
          <a:ext cx="4053840" cy="829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843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900" kern="1200" dirty="0"/>
        </a:p>
      </dsp:txBody>
      <dsp:txXfrm rot="10800000">
        <a:off x="1435893" y="2155825"/>
        <a:ext cx="3846433" cy="829627"/>
      </dsp:txXfrm>
    </dsp:sp>
    <dsp:sp modelId="{688EC05A-5831-4831-BB4D-193427BF2B9B}">
      <dsp:nvSpPr>
        <dsp:cNvPr id="0" name=""/>
        <dsp:cNvSpPr/>
      </dsp:nvSpPr>
      <dsp:spPr>
        <a:xfrm>
          <a:off x="813673" y="2155825"/>
          <a:ext cx="829627" cy="82962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E81BC-2B75-4D9D-8D98-A242BC7D08DC}">
      <dsp:nvSpPr>
        <dsp:cNvPr id="0" name=""/>
        <dsp:cNvSpPr/>
      </dsp:nvSpPr>
      <dsp:spPr>
        <a:xfrm rot="10800000">
          <a:off x="1228486" y="3233102"/>
          <a:ext cx="4053840" cy="82962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5843" tIns="148590" rIns="277368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900" kern="1200" dirty="0"/>
        </a:p>
      </dsp:txBody>
      <dsp:txXfrm rot="10800000">
        <a:off x="1435893" y="3233102"/>
        <a:ext cx="3846433" cy="829627"/>
      </dsp:txXfrm>
    </dsp:sp>
    <dsp:sp modelId="{789610A0-1993-4D35-9BC6-426756103246}">
      <dsp:nvSpPr>
        <dsp:cNvPr id="0" name=""/>
        <dsp:cNvSpPr/>
      </dsp:nvSpPr>
      <dsp:spPr>
        <a:xfrm>
          <a:off x="813673" y="3233102"/>
          <a:ext cx="829627" cy="829627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43F82-A43A-45AB-80CA-6364CAD17A65}">
      <dsp:nvSpPr>
        <dsp:cNvPr id="0" name=""/>
        <dsp:cNvSpPr/>
      </dsp:nvSpPr>
      <dsp:spPr>
        <a:xfrm>
          <a:off x="-4552052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15875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A49F1-EB03-4523-8D4F-9A9F2F7575AF}">
      <dsp:nvSpPr>
        <dsp:cNvPr id="0" name=""/>
        <dsp:cNvSpPr/>
      </dsp:nvSpPr>
      <dsp:spPr>
        <a:xfrm>
          <a:off x="607263" y="406400"/>
          <a:ext cx="7152233" cy="8128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accent6">
                  <a:lumMod val="75000"/>
                </a:schemeClr>
              </a:solidFill>
            </a:rPr>
            <a:t>Intangible Benefit Spiral</a:t>
          </a:r>
          <a:endParaRPr lang="en-US" sz="32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607263" y="406400"/>
        <a:ext cx="7152233" cy="812800"/>
      </dsp:txXfrm>
    </dsp:sp>
    <dsp:sp modelId="{1DBAF1A9-6DFC-4740-8622-672419719B99}">
      <dsp:nvSpPr>
        <dsp:cNvPr id="0" name=""/>
        <dsp:cNvSpPr/>
      </dsp:nvSpPr>
      <dsp:spPr>
        <a:xfrm>
          <a:off x="12903" y="218440"/>
          <a:ext cx="1188719" cy="118871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B2312-45D4-4427-A2DC-AC341FF4E45F}">
      <dsp:nvSpPr>
        <dsp:cNvPr id="0" name=""/>
        <dsp:cNvSpPr/>
      </dsp:nvSpPr>
      <dsp:spPr>
        <a:xfrm>
          <a:off x="902715" y="1625599"/>
          <a:ext cx="6856780" cy="8128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  <a:endParaRPr lang="en-US" sz="32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902715" y="1625599"/>
        <a:ext cx="6856780" cy="812800"/>
      </dsp:txXfrm>
    </dsp:sp>
    <dsp:sp modelId="{1E432F70-6EB9-4288-834C-1E39C4E6D6F3}">
      <dsp:nvSpPr>
        <dsp:cNvPr id="0" name=""/>
        <dsp:cNvSpPr/>
      </dsp:nvSpPr>
      <dsp:spPr>
        <a:xfrm>
          <a:off x="308355" y="1437639"/>
          <a:ext cx="1188719" cy="118871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23030-47E3-4D1D-A83F-ACAACBBC1E60}">
      <dsp:nvSpPr>
        <dsp:cNvPr id="0" name=""/>
        <dsp:cNvSpPr/>
      </dsp:nvSpPr>
      <dsp:spPr>
        <a:xfrm>
          <a:off x="607263" y="2844800"/>
          <a:ext cx="7152233" cy="8128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accent4">
                  <a:lumMod val="75000"/>
                </a:schemeClr>
              </a:solidFill>
            </a:rPr>
            <a:t>Brand Retention</a:t>
          </a:r>
          <a:endParaRPr lang="en-US" sz="3200" kern="1200" dirty="0">
            <a:solidFill>
              <a:schemeClr val="accent4">
                <a:lumMod val="75000"/>
              </a:schemeClr>
            </a:solidFill>
          </a:endParaRPr>
        </a:p>
      </dsp:txBody>
      <dsp:txXfrm>
        <a:off x="607263" y="2844800"/>
        <a:ext cx="7152233" cy="812800"/>
      </dsp:txXfrm>
    </dsp:sp>
    <dsp:sp modelId="{DD638958-B4F1-4D50-884D-E7CDED658371}">
      <dsp:nvSpPr>
        <dsp:cNvPr id="0" name=""/>
        <dsp:cNvSpPr/>
      </dsp:nvSpPr>
      <dsp:spPr>
        <a:xfrm>
          <a:off x="12903" y="2656840"/>
          <a:ext cx="1188719" cy="118871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43F82-A43A-45AB-80CA-6364CAD17A65}">
      <dsp:nvSpPr>
        <dsp:cNvPr id="0" name=""/>
        <dsp:cNvSpPr/>
      </dsp:nvSpPr>
      <dsp:spPr>
        <a:xfrm>
          <a:off x="-4552052" y="-704407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15875" cap="flat" cmpd="sng" algn="ctr">
          <a:solidFill>
            <a:schemeClr val="accent4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8A49F1-EB03-4523-8D4F-9A9F2F7575AF}">
      <dsp:nvSpPr>
        <dsp:cNvPr id="0" name=""/>
        <dsp:cNvSpPr/>
      </dsp:nvSpPr>
      <dsp:spPr>
        <a:xfrm>
          <a:off x="607263" y="406400"/>
          <a:ext cx="7152233" cy="8128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accent6">
                  <a:lumMod val="75000"/>
                </a:schemeClr>
              </a:solidFill>
            </a:rPr>
            <a:t>Intangible Benefit Spiral</a:t>
          </a:r>
          <a:endParaRPr lang="en-US" sz="3200" kern="1200" dirty="0">
            <a:solidFill>
              <a:schemeClr val="accent6">
                <a:lumMod val="75000"/>
              </a:schemeClr>
            </a:solidFill>
          </a:endParaRPr>
        </a:p>
      </dsp:txBody>
      <dsp:txXfrm>
        <a:off x="607263" y="406400"/>
        <a:ext cx="7152233" cy="812800"/>
      </dsp:txXfrm>
    </dsp:sp>
    <dsp:sp modelId="{1DBAF1A9-6DFC-4740-8622-672419719B99}">
      <dsp:nvSpPr>
        <dsp:cNvPr id="0" name=""/>
        <dsp:cNvSpPr/>
      </dsp:nvSpPr>
      <dsp:spPr>
        <a:xfrm>
          <a:off x="12903" y="218440"/>
          <a:ext cx="1188719" cy="118871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B2312-45D4-4427-A2DC-AC341FF4E45F}">
      <dsp:nvSpPr>
        <dsp:cNvPr id="0" name=""/>
        <dsp:cNvSpPr/>
      </dsp:nvSpPr>
      <dsp:spPr>
        <a:xfrm>
          <a:off x="902715" y="1625599"/>
          <a:ext cx="6856780" cy="8128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accent5">
                  <a:lumMod val="75000"/>
                </a:schemeClr>
              </a:solidFill>
            </a:rPr>
            <a:t>Failure to Success Transformation</a:t>
          </a:r>
          <a:endParaRPr lang="en-US" sz="3200" kern="1200" dirty="0">
            <a:solidFill>
              <a:schemeClr val="accent5">
                <a:lumMod val="75000"/>
              </a:schemeClr>
            </a:solidFill>
          </a:endParaRPr>
        </a:p>
      </dsp:txBody>
      <dsp:txXfrm>
        <a:off x="902715" y="1625599"/>
        <a:ext cx="6856780" cy="812800"/>
      </dsp:txXfrm>
    </dsp:sp>
    <dsp:sp modelId="{1E432F70-6EB9-4288-834C-1E39C4E6D6F3}">
      <dsp:nvSpPr>
        <dsp:cNvPr id="0" name=""/>
        <dsp:cNvSpPr/>
      </dsp:nvSpPr>
      <dsp:spPr>
        <a:xfrm>
          <a:off x="308355" y="1437639"/>
          <a:ext cx="1188719" cy="118871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23030-47E3-4D1D-A83F-ACAACBBC1E60}">
      <dsp:nvSpPr>
        <dsp:cNvPr id="0" name=""/>
        <dsp:cNvSpPr/>
      </dsp:nvSpPr>
      <dsp:spPr>
        <a:xfrm>
          <a:off x="607263" y="2844800"/>
          <a:ext cx="7152233" cy="812800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5160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accent4">
                  <a:lumMod val="75000"/>
                </a:schemeClr>
              </a:solidFill>
            </a:rPr>
            <a:t>Brand Retention</a:t>
          </a:r>
          <a:endParaRPr lang="en-US" sz="3200" kern="1200" dirty="0">
            <a:solidFill>
              <a:schemeClr val="accent4">
                <a:lumMod val="75000"/>
              </a:schemeClr>
            </a:solidFill>
          </a:endParaRPr>
        </a:p>
      </dsp:txBody>
      <dsp:txXfrm>
        <a:off x="607263" y="2844800"/>
        <a:ext cx="7152233" cy="812800"/>
      </dsp:txXfrm>
    </dsp:sp>
    <dsp:sp modelId="{DD638958-B4F1-4D50-884D-E7CDED658371}">
      <dsp:nvSpPr>
        <dsp:cNvPr id="0" name=""/>
        <dsp:cNvSpPr/>
      </dsp:nvSpPr>
      <dsp:spPr>
        <a:xfrm>
          <a:off x="12903" y="2656840"/>
          <a:ext cx="1188719" cy="118871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solidFill>
            <a:schemeClr val="accent4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5085F-C8BF-44FF-A51C-8007FF1C0707}">
      <dsp:nvSpPr>
        <dsp:cNvPr id="0" name=""/>
        <dsp:cNvSpPr/>
      </dsp:nvSpPr>
      <dsp:spPr>
        <a:xfrm>
          <a:off x="1973948" y="1647093"/>
          <a:ext cx="3811962" cy="23513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9FB10F-8F20-4914-B4E3-B60E87A17B15}">
      <dsp:nvSpPr>
        <dsp:cNvPr id="0" name=""/>
        <dsp:cNvSpPr/>
      </dsp:nvSpPr>
      <dsp:spPr>
        <a:xfrm>
          <a:off x="2160689" y="1824715"/>
          <a:ext cx="3444568" cy="1982038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4F3CD9-A55C-4F69-B794-DA9458D0830E}">
      <dsp:nvSpPr>
        <dsp:cNvPr id="0" name=""/>
        <dsp:cNvSpPr/>
      </dsp:nvSpPr>
      <dsp:spPr>
        <a:xfrm>
          <a:off x="2160689" y="3211296"/>
          <a:ext cx="3444568" cy="59940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20320" rIns="60960" bIns="0" numCol="1" spcCol="1270" anchor="b" anchorCtr="0">
          <a:noAutofit/>
        </a:bodyPr>
        <a:lstStyle/>
        <a:p>
          <a:pPr lvl="0" algn="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tx1"/>
              </a:solidFill>
            </a:rPr>
            <a:t>Monitoring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2160689" y="3211296"/>
        <a:ext cx="3444568" cy="599404"/>
      </dsp:txXfrm>
    </dsp:sp>
    <dsp:sp modelId="{8E3C442F-976D-440A-9B29-4F8219E521DE}">
      <dsp:nvSpPr>
        <dsp:cNvPr id="0" name=""/>
        <dsp:cNvSpPr/>
      </dsp:nvSpPr>
      <dsp:spPr>
        <a:xfrm>
          <a:off x="4305510" y="0"/>
          <a:ext cx="1491902" cy="152191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10FBC-D84E-4DBD-A7E0-FC8AED55D9DF}">
      <dsp:nvSpPr>
        <dsp:cNvPr id="0" name=""/>
        <dsp:cNvSpPr/>
      </dsp:nvSpPr>
      <dsp:spPr>
        <a:xfrm>
          <a:off x="4397527" y="92476"/>
          <a:ext cx="1307190" cy="1336959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ECD71F-577D-43F3-813B-14B3E82FB3FF}">
      <dsp:nvSpPr>
        <dsp:cNvPr id="0" name=""/>
        <dsp:cNvSpPr/>
      </dsp:nvSpPr>
      <dsp:spPr>
        <a:xfrm>
          <a:off x="4396174" y="1029644"/>
          <a:ext cx="1307190" cy="39979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8890" rIns="26670" bIns="0" numCol="1" spcCol="1270" anchor="b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tx1"/>
              </a:solidFill>
            </a:rPr>
            <a:t>Collaboration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4396174" y="1029644"/>
        <a:ext cx="1307190" cy="399790"/>
      </dsp:txXfrm>
    </dsp:sp>
    <dsp:sp modelId="{4983AB02-C650-4723-A19E-A53B4A2160EC}">
      <dsp:nvSpPr>
        <dsp:cNvPr id="0" name=""/>
        <dsp:cNvSpPr/>
      </dsp:nvSpPr>
      <dsp:spPr>
        <a:xfrm>
          <a:off x="5911757" y="2557759"/>
          <a:ext cx="1814640" cy="11215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D1EEF-456C-4BFA-BC62-89104AB92808}">
      <dsp:nvSpPr>
        <dsp:cNvPr id="0" name=""/>
        <dsp:cNvSpPr/>
      </dsp:nvSpPr>
      <dsp:spPr>
        <a:xfrm>
          <a:off x="6004452" y="2650799"/>
          <a:ext cx="1629928" cy="937168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B24D3-4303-49C8-BBE3-91B8F66998DD}">
      <dsp:nvSpPr>
        <dsp:cNvPr id="0" name=""/>
        <dsp:cNvSpPr/>
      </dsp:nvSpPr>
      <dsp:spPr>
        <a:xfrm>
          <a:off x="6004452" y="3188741"/>
          <a:ext cx="1629928" cy="39979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8890" rIns="26670" bIns="0" numCol="1" spcCol="1270" anchor="b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tx1"/>
              </a:solidFill>
            </a:rPr>
            <a:t>Transformation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6004452" y="3188741"/>
        <a:ext cx="1629928" cy="399790"/>
      </dsp:txXfrm>
    </dsp:sp>
    <dsp:sp modelId="{FFB14933-05E4-43D7-A847-EFCF303662C1}">
      <dsp:nvSpPr>
        <dsp:cNvPr id="0" name=""/>
        <dsp:cNvSpPr/>
      </dsp:nvSpPr>
      <dsp:spPr>
        <a:xfrm>
          <a:off x="960401" y="3039313"/>
          <a:ext cx="890405" cy="90446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8000" r="-48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81D1A-2703-4328-863E-8BD344AAFD13}">
      <dsp:nvSpPr>
        <dsp:cNvPr id="0" name=""/>
        <dsp:cNvSpPr/>
      </dsp:nvSpPr>
      <dsp:spPr>
        <a:xfrm>
          <a:off x="1052419" y="3134608"/>
          <a:ext cx="707046" cy="722330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3A78B-3435-414F-886C-DD8F398A2255}">
      <dsp:nvSpPr>
        <dsp:cNvPr id="0" name=""/>
        <dsp:cNvSpPr/>
      </dsp:nvSpPr>
      <dsp:spPr>
        <a:xfrm>
          <a:off x="1052419" y="3457712"/>
          <a:ext cx="707046" cy="39979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8890" rIns="26670" bIns="0" numCol="1" spcCol="1270" anchor="b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tx1"/>
              </a:solidFill>
            </a:rPr>
            <a:t>Sharing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1052419" y="3457712"/>
        <a:ext cx="707046" cy="399790"/>
      </dsp:txXfrm>
    </dsp:sp>
    <dsp:sp modelId="{6F96A851-C8E1-42E5-BFA2-9499CF330604}">
      <dsp:nvSpPr>
        <dsp:cNvPr id="0" name=""/>
        <dsp:cNvSpPr/>
      </dsp:nvSpPr>
      <dsp:spPr>
        <a:xfrm>
          <a:off x="5214183" y="4116887"/>
          <a:ext cx="1568357" cy="15219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C5C20-1D16-4DA6-8A49-9A58C1F0F6D1}">
      <dsp:nvSpPr>
        <dsp:cNvPr id="0" name=""/>
        <dsp:cNvSpPr/>
      </dsp:nvSpPr>
      <dsp:spPr>
        <a:xfrm>
          <a:off x="5304171" y="4210491"/>
          <a:ext cx="1383646" cy="1336959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598F3C-B998-45A8-B19E-0AF020048DA9}">
      <dsp:nvSpPr>
        <dsp:cNvPr id="0" name=""/>
        <dsp:cNvSpPr/>
      </dsp:nvSpPr>
      <dsp:spPr>
        <a:xfrm>
          <a:off x="5304171" y="5147660"/>
          <a:ext cx="1383646" cy="39979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8890" rIns="26670" bIns="0" numCol="1" spcCol="1270" anchor="b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tx1"/>
              </a:solidFill>
            </a:rPr>
            <a:t>Return on Investment</a:t>
          </a:r>
          <a:endParaRPr lang="en-US" sz="1400" kern="1200" dirty="0"/>
        </a:p>
      </dsp:txBody>
      <dsp:txXfrm>
        <a:off x="5304171" y="5147660"/>
        <a:ext cx="1383646" cy="399790"/>
      </dsp:txXfrm>
    </dsp:sp>
    <dsp:sp modelId="{DF9F3C59-688F-416F-B33F-E1CD94D194D7}">
      <dsp:nvSpPr>
        <dsp:cNvPr id="0" name=""/>
        <dsp:cNvSpPr/>
      </dsp:nvSpPr>
      <dsp:spPr>
        <a:xfrm>
          <a:off x="1982067" y="4116887"/>
          <a:ext cx="1597451" cy="90446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0B657-67D4-4358-A170-1242A959ADA1}">
      <dsp:nvSpPr>
        <dsp:cNvPr id="0" name=""/>
        <dsp:cNvSpPr/>
      </dsp:nvSpPr>
      <dsp:spPr>
        <a:xfrm>
          <a:off x="2075438" y="4210491"/>
          <a:ext cx="1414769" cy="722330"/>
        </a:xfrm>
        <a:prstGeom prst="rect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EC2717-B7A0-468A-A878-5D5FC9894840}">
      <dsp:nvSpPr>
        <dsp:cNvPr id="0" name=""/>
        <dsp:cNvSpPr/>
      </dsp:nvSpPr>
      <dsp:spPr>
        <a:xfrm>
          <a:off x="2075438" y="4533031"/>
          <a:ext cx="1414769" cy="399790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8890" rIns="26670" bIns="0" numCol="1" spcCol="1270" anchor="b" anchorCtr="0">
          <a:noAutofit/>
        </a:bodyPr>
        <a:lstStyle/>
        <a:p>
          <a:pPr lvl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chemeClr val="tx1"/>
              </a:solidFill>
            </a:rPr>
            <a:t>Transition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2075438" y="4533031"/>
        <a:ext cx="1414769" cy="3997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1/layout/ThemePictureAccent">
  <dgm:title val="Theme Picture Accent"/>
  <dgm:desc val="Use to show a group of pictures with the first picture being centered and the largest. Can contain up to six Level 1 pictures. Unused pictures do not appear, but remain available if you switch layouts.  Works best with small amounts of text."/>
  <dgm:catLst>
    <dgm:cat type="picture" pri="13250"/>
    <dgm:cat type="officeonline" pri="4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  <dgm:pt modelId="50">
          <dgm:prSet phldr="1"/>
        </dgm:pt>
        <dgm:pt modelId="60">
          <dgm:prSet phldr="1"/>
        </dgm:pt>
      </dgm:ptLst>
      <dgm:cxnLst>
        <dgm:cxn modelId="70" srcId="0" destId="10" srcOrd="0" destOrd="0"/>
        <dgm:cxn modelId="80" srcId="0" destId="20" srcOrd="1" destOrd="0"/>
        <dgm:cxn modelId="90" srcId="0" destId="30" srcOrd="2" destOrd="0"/>
        <dgm:cxn modelId="100" srcId="0" destId="40" srcOrd="3" destOrd="0"/>
        <dgm:cxn modelId="110" srcId="0" destId="50" srcOrd="4" destOrd="0"/>
        <dgm:cxn modelId="120" srcId="0" destId="60" srcOrd="5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6"/>
      <dgm:chPref val="6"/>
      <dgm:dir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5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l" for="ch" forName="Accent1" refType="w" fact="0.049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l" for="ch" forName="Image2" refType="w" fact="0.6099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l" for="ch" forName="Accent2" refType="w" fact="0.6338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l" for="ch" forName="Text1" refType="w" fact="0.049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l" for="ch" forName="Text2" refType="w" fact="0.633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6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l" for="ch" forName="Accent1" refType="w" fact="0.0326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l" for="ch" forName="Image3" refType="w" fact="0.6846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l" for="ch" forName="Accent3" refType="w" fact="0.7006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l" for="ch" forName="Image2" refType="w" fact="0.4054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l" for="ch" forName="Accent2" refType="w" fact="0.4213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l" for="ch" forName="Text1" refType="w" fact="0.0326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l" for="ch" forName="Text2" refType="w" fact="0.4211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l" for="ch" forName="Text3" refType="w" fact="0.7006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7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l" for="ch" forName="Image1" refType="w" fact="0.1498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l" for="ch" forName="Accent1" refType="w" fact="0.1774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l" for="ch" forName="Image4" refType="w" fact="0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l" for="ch" forName="Accent4" refType="w" fact="0.0136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l" for="ch" forName="Image3" refType="w" fact="0.7318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l" for="ch" forName="Accent3" refType="w" fact="0.745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l" for="ch" forName="Accent2" refType="w" fact="0.508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l" for="ch" forName="Text1" refType="w" fact="0.1774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l" for="ch" forName="Text2" refType="w" fact="0.5078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l" for="ch" forName="Text3" refType="w" fact="0.745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l" for="ch" forName="Text4" refType="w" fact="0.0136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8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9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Image6" refType="w" fact="0.151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l" for="ch" forName="Accent6" refType="w" fact="0.1648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6" refType="w" fact="0.1648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if>
      <dgm:else name="Name10">
        <dgm:choose name="Name11">
          <dgm:if name="Name12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13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r" for="ch" forName="Accent1" refType="w" fact="0.951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r" for="ch" forName="Image2" refType="w" fact="0.3901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r" for="ch" forName="Accent2" refType="w" fact="0.3662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r" for="ch" forName="Text1" refType="w" fact="0.951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r" for="ch" forName="Text2" refType="w" fact="0.366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14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r" for="ch" forName="Accent1" refType="w" fact="0.9674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r" for="ch" forName="Image3" refType="w" fact="0.3154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r" for="ch" forName="Accent3" refType="w" fact="0.2994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r" for="ch" forName="Image2" refType="w" fact="0.5946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r" for="ch" forName="Accent2" refType="w" fact="0.5787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r" for="ch" forName="Text1" refType="w" fact="0.9674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r" for="ch" forName="Text2" refType="w" fact="0.5789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r" for="ch" forName="Text3" refType="w" fact="0.2994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15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r" for="ch" forName="Image1" refType="w" fact="0.8502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r" for="ch" forName="Accent1" refType="w" fact="0.8226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r" for="ch" forName="Image4" refType="w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r" for="ch" forName="Accent4" refType="w" fact="0.9864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r" for="ch" forName="Image3" refType="w" fact="0.2682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r" for="ch" forName="Accent3" refType="w" fact="0.254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r" for="ch" forName="Accent2" refType="w" fact="0.492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r" for="ch" forName="Text1" refType="w" fact="0.8226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r" for="ch" forName="Text2" refType="w" fact="0.4922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r" for="ch" forName="Text3" refType="w" fact="0.254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r" for="ch" forName="Text4" refType="w" fact="0.9864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16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2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17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1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Image6" refType="w" fact="0.849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r" for="ch" forName="Accent6" refType="w" fact="0.8352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6" refType="w" fact="0.8352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else>
    </dgm:choose>
    <dgm:forEach name="wrapper" axis="self" ptType="parTrans">
      <dgm:forEach name="ImageRepeat" axis="self"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  <dgm:forEach name="accentRepeat" axis="self">
        <dgm:layoutNode name="Accent" styleLbl="parChTrans1D1">
          <dgm:alg type="sp"/>
          <dgm:shape xmlns:r="http://schemas.openxmlformats.org/officeDocument/2006/relationships" type="rect" r:blip="">
            <dgm:adjLst/>
          </dgm:shape>
          <dgm:presOf/>
        </dgm:layoutNode>
      </dgm:forEach>
    </dgm:forEach>
    <dgm:forEach name="Name18" axis="ch" ptType="node" cnt="1">
      <dgm:layoutNode name="Image1">
        <dgm:alg type="sp"/>
        <dgm:shape xmlns:r="http://schemas.openxmlformats.org/officeDocument/2006/relationships" r:blip="">
          <dgm:adjLst/>
        </dgm:shape>
        <dgm:presOf/>
        <dgm:forEach name="Name19" ref="ImageRepeat"/>
      </dgm:layoutNode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"/>
      </dgm:layoutNode>
      <dgm:layoutNode name="Text1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  <dgm:param type="lnSpPar" val="100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1" axis="ch" ptType="node" st="2" cnt="1">
      <dgm:layoutNode name="Image2">
        <dgm:alg type="sp"/>
        <dgm:shape xmlns:r="http://schemas.openxmlformats.org/officeDocument/2006/relationships" r:blip="">
          <dgm:adjLst/>
        </dgm:shape>
        <dgm:presOf/>
        <dgm:forEach name="Name22" ref="ImageRepeat"/>
      </dgm:layoutNode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23" ref="accentRepeat"/>
      </dgm:layoutNode>
      <dgm:layoutNode name="Text2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4" axis="ch" ptType="node" st="3" cnt="1">
      <dgm:layoutNode name="Image3">
        <dgm:alg type="sp"/>
        <dgm:shape xmlns:r="http://schemas.openxmlformats.org/officeDocument/2006/relationships" r:blip="">
          <dgm:adjLst/>
        </dgm:shape>
        <dgm:presOf/>
        <dgm:forEach name="Name25" ref="ImageRepeat"/>
      </dgm:layoutNode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26" ref="accentRepeat"/>
      </dgm:layoutNode>
      <dgm:layoutNode name="Text3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7" axis="ch" ptType="node" st="4" cnt="1">
      <dgm:layoutNode name="Image4">
        <dgm:alg type="sp"/>
        <dgm:shape xmlns:r="http://schemas.openxmlformats.org/officeDocument/2006/relationships" r:blip="">
          <dgm:adjLst/>
        </dgm:shape>
        <dgm:presOf/>
        <dgm:forEach name="Name28" ref="ImageRepeat"/>
      </dgm:layoutNode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9" ref="accentRepeat"/>
      </dgm:layoutNode>
      <dgm:layoutNode name="Text4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Image5">
        <dgm:alg type="sp"/>
        <dgm:shape xmlns:r="http://schemas.openxmlformats.org/officeDocument/2006/relationships" r:blip="">
          <dgm:adjLst/>
        </dgm:shape>
        <dgm:presOf/>
        <dgm:forEach name="Name31" ref="ImageRepeat"/>
      </dgm:layoutNode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Text5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3" axis="ch" ptType="node" st="6" cnt="1">
      <dgm:layoutNode name="Image6">
        <dgm:alg type="sp"/>
        <dgm:shape xmlns:r="http://schemas.openxmlformats.org/officeDocument/2006/relationships" r:blip="">
          <dgm:adjLst/>
        </dgm:shape>
        <dgm:presOf/>
        <dgm:forEach name="Name34" ref="ImageRepeat"/>
      </dgm:layoutNode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Text6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FEFDD-9BA8-4C90-AC99-33768D082B2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CCB2-5A55-4EA0-AB56-322729F03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03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House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60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Ice Breakers</a:t>
            </a:r>
          </a:p>
          <a:p>
            <a:r>
              <a:rPr lang="en-US" dirty="0" smtClean="0"/>
              <a:t>SMILE - Sweet Memories In Lip Expressions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24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90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3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3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7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3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83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82CCB2-5A55-4EA0-AB56-322729F03C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11AB77-CFDC-47D6-B180-19761F4A59FB}" type="datetimeFigureOut">
              <a:rPr lang="en-US" smtClean="0"/>
              <a:t>8/15/2013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C2ACBF6-31AB-414B-BEAC-4BBBE1E6B6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26" Type="http://schemas.openxmlformats.org/officeDocument/2006/relationships/diagramLayout" Target="../diagrams/layout5.xml"/><Relationship Id="rId3" Type="http://schemas.openxmlformats.org/officeDocument/2006/relationships/image" Target="../media/image3.jpeg"/><Relationship Id="rId21" Type="http://schemas.openxmlformats.org/officeDocument/2006/relationships/diagramLayout" Target="../diagrams/layout4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5" Type="http://schemas.openxmlformats.org/officeDocument/2006/relationships/diagramData" Target="../diagrams/data5.xml"/><Relationship Id="rId2" Type="http://schemas.openxmlformats.org/officeDocument/2006/relationships/notesSlide" Target="../notesSlides/notesSlide2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29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28" Type="http://schemas.openxmlformats.org/officeDocument/2006/relationships/diagramColors" Target="../diagrams/colors5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microsoft.com/office/2007/relationships/hdphoto" Target="../media/hdphoto3.wdp"/><Relationship Id="rId9" Type="http://schemas.microsoft.com/office/2007/relationships/diagramDrawing" Target="../diagrams/drawing1.xml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Relationship Id="rId27" Type="http://schemas.openxmlformats.org/officeDocument/2006/relationships/diagramQuickStyle" Target="../diagrams/quickStyl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0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microsoft.com/office/2007/relationships/hdphoto" Target="../media/hdphoto5.wdp"/><Relationship Id="rId9" Type="http://schemas.microsoft.com/office/2007/relationships/diagramDrawing" Target="../diagrams/drawing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microsoft.com/office/2007/relationships/hdphoto" Target="../media/hdphoto8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microsoft.com/office/2007/relationships/hdphoto" Target="../media/hdphoto14.wdp"/><Relationship Id="rId7" Type="http://schemas.openxmlformats.org/officeDocument/2006/relationships/diagramColors" Target="../diagrams/colors7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13" Type="http://schemas.openxmlformats.org/officeDocument/2006/relationships/diagramData" Target="../diagrams/data10.xml"/><Relationship Id="rId18" Type="http://schemas.openxmlformats.org/officeDocument/2006/relationships/diagramData" Target="../diagrams/data11.xml"/><Relationship Id="rId3" Type="http://schemas.openxmlformats.org/officeDocument/2006/relationships/diagramData" Target="../diagrams/data8.xml"/><Relationship Id="rId21" Type="http://schemas.openxmlformats.org/officeDocument/2006/relationships/diagramColors" Target="../diagrams/colors11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17" Type="http://schemas.microsoft.com/office/2007/relationships/diagramDrawing" Target="../diagrams/drawing10.xml"/><Relationship Id="rId2" Type="http://schemas.openxmlformats.org/officeDocument/2006/relationships/image" Target="../media/image22.jpg"/><Relationship Id="rId16" Type="http://schemas.openxmlformats.org/officeDocument/2006/relationships/diagramColors" Target="../diagrams/colors10.xml"/><Relationship Id="rId20" Type="http://schemas.openxmlformats.org/officeDocument/2006/relationships/diagramQuickStyle" Target="../diagrams/quickStyl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5" Type="http://schemas.openxmlformats.org/officeDocument/2006/relationships/diagramQuickStyle" Target="../diagrams/quickStyle10.xml"/><Relationship Id="rId10" Type="http://schemas.openxmlformats.org/officeDocument/2006/relationships/diagramQuickStyle" Target="../diagrams/quickStyle9.xml"/><Relationship Id="rId19" Type="http://schemas.openxmlformats.org/officeDocument/2006/relationships/diagramLayout" Target="../diagrams/layout11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Relationship Id="rId14" Type="http://schemas.openxmlformats.org/officeDocument/2006/relationships/diagramLayout" Target="../diagrams/layout10.xml"/><Relationship Id="rId22" Type="http://schemas.microsoft.com/office/2007/relationships/diagramDrawing" Target="../diagrams/drawing1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49.jpe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51.jpeg"/><Relationship Id="rId7" Type="http://schemas.openxmlformats.org/officeDocument/2006/relationships/diagramQuickStyle" Target="../diagrams/quickStyle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microsoft.com/office/2007/relationships/hdphoto" Target="../media/hdphoto18.wdp"/><Relationship Id="rId9" Type="http://schemas.microsoft.com/office/2007/relationships/diagramDrawing" Target="../diagrams/drawing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4.xml"/><Relationship Id="rId3" Type="http://schemas.openxmlformats.org/officeDocument/2006/relationships/image" Target="../media/image19.jpeg"/><Relationship Id="rId7" Type="http://schemas.openxmlformats.org/officeDocument/2006/relationships/diagramQuickStyle" Target="../diagrams/quickStyl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4.xml"/><Relationship Id="rId5" Type="http://schemas.openxmlformats.org/officeDocument/2006/relationships/diagramData" Target="../diagrams/data14.xml"/><Relationship Id="rId4" Type="http://schemas.microsoft.com/office/2007/relationships/hdphoto" Target="../media/hdphoto8.wdp"/><Relationship Id="rId9" Type="http://schemas.microsoft.com/office/2007/relationships/diagramDrawing" Target="../diagrams/drawin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  <a14:imgEffect>
                      <a14:brightnessContrast bright="83000" contrast="-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5" y="7374"/>
            <a:ext cx="9126795" cy="68506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133600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SMILE </a:t>
            </a:r>
            <a:r>
              <a:rPr lang="en-US" dirty="0" smtClean="0">
                <a:sym typeface="Wingdings" pitchFamily="2" charset="2"/>
              </a:rPr>
              <a:t>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352800" y="3733800"/>
            <a:ext cx="5070987" cy="533400"/>
          </a:xfrm>
        </p:spPr>
        <p:txBody>
          <a:bodyPr/>
          <a:lstStyle/>
          <a:p>
            <a:pPr marL="45720" indent="0">
              <a:buNone/>
            </a:pPr>
            <a:r>
              <a:rPr lang="en-US" dirty="0" smtClean="0">
                <a:sym typeface="Wingdings" pitchFamily="2" charset="2"/>
              </a:rPr>
              <a:t> </a:t>
            </a:r>
            <a:r>
              <a:rPr lang="en-US" dirty="0" smtClean="0"/>
              <a:t>Smart Measures In Live Engagement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81000"/>
            <a:ext cx="8382000" cy="807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 smtClean="0"/>
              <a:t>“Architecting Project Management for Business Transformation”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7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" y="2458"/>
            <a:ext cx="9112046" cy="6879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8" y="0"/>
            <a:ext cx="6512511" cy="838200"/>
          </a:xfrm>
        </p:spPr>
        <p:txBody>
          <a:bodyPr/>
          <a:lstStyle/>
          <a:p>
            <a:pPr marL="0" indent="0" algn="l">
              <a:buNone/>
            </a:pPr>
            <a:r>
              <a:rPr lang="en-US" sz="4000" dirty="0" smtClean="0"/>
              <a:t>Protocol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990600"/>
            <a:ext cx="8305800" cy="5334000"/>
          </a:xfrm>
        </p:spPr>
        <p:txBody>
          <a:bodyPr/>
          <a:lstStyle/>
          <a:p>
            <a:pPr marL="58738" indent="0">
              <a:buNone/>
            </a:pPr>
            <a:r>
              <a:rPr lang="en-US" dirty="0" smtClean="0"/>
              <a:t>For convenience of each of us, lets practice and adhere to followings during the session</a:t>
            </a:r>
          </a:p>
          <a:p>
            <a:pPr marL="58738" indent="0">
              <a:buNone/>
            </a:pPr>
            <a:endParaRPr lang="en-US" dirty="0" smtClean="0"/>
          </a:p>
          <a:p>
            <a:pPr marL="398463" indent="-339725">
              <a:buFont typeface="Wingdings" pitchFamily="2" charset="2"/>
              <a:buChar char=""/>
            </a:pPr>
            <a:r>
              <a:rPr lang="en-US" dirty="0" smtClean="0"/>
              <a:t>Keep the mobile in silent mode</a:t>
            </a:r>
          </a:p>
          <a:p>
            <a:pPr marL="718503" lvl="1" indent="-339725">
              <a:buFont typeface="Wingdings" pitchFamily="2" charset="2"/>
              <a:buChar char=""/>
            </a:pPr>
            <a:r>
              <a:rPr lang="en-US" dirty="0" smtClean="0"/>
              <a:t>In case of emergency, use the corridor to receive the call</a:t>
            </a:r>
          </a:p>
          <a:p>
            <a:pPr marL="398463" indent="-339725">
              <a:buFont typeface="Wingdings" pitchFamily="2" charset="2"/>
              <a:buChar char=""/>
            </a:pPr>
            <a:r>
              <a:rPr lang="en-US" dirty="0" smtClean="0"/>
              <a:t>Park the question to end of session</a:t>
            </a:r>
          </a:p>
          <a:p>
            <a:pPr marL="718503" lvl="1" indent="-339725">
              <a:buFont typeface="Wingdings" pitchFamily="2" charset="2"/>
              <a:buChar char=""/>
            </a:pPr>
            <a:r>
              <a:rPr lang="en-US" dirty="0" smtClean="0"/>
              <a:t>Feel free to utilize Q&amp;A session</a:t>
            </a:r>
          </a:p>
          <a:p>
            <a:pPr marL="398463" indent="-339725">
              <a:buFont typeface="Wingdings" pitchFamily="2" charset="2"/>
              <a:buChar char=""/>
            </a:pPr>
            <a:r>
              <a:rPr lang="en-US" dirty="0" smtClean="0"/>
              <a:t>Use the break time for additional queries</a:t>
            </a:r>
          </a:p>
          <a:p>
            <a:pPr marL="718503" lvl="1" indent="-339725">
              <a:buFont typeface="Wingdings" pitchFamily="2" charset="2"/>
              <a:buChar char=""/>
            </a:pPr>
            <a:r>
              <a:rPr lang="en-US" dirty="0" smtClean="0"/>
              <a:t>Mail us for any further clarification</a:t>
            </a:r>
          </a:p>
          <a:p>
            <a:pPr marL="398463" indent="-339725">
              <a:buFont typeface="Wingdings" pitchFamily="2" charset="2"/>
              <a:buChar char=""/>
            </a:pPr>
            <a:endParaRPr lang="en-US" dirty="0"/>
          </a:p>
          <a:p>
            <a:pPr marL="398463" indent="-339725">
              <a:buFont typeface="Wingdings" pitchFamily="2" charset="2"/>
              <a:buChar char="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16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9220200" cy="6858000"/>
          </a:xfrm>
        </p:spPr>
      </p:pic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384558075"/>
              </p:ext>
            </p:extLst>
          </p:nvPr>
        </p:nvGraphicFramePr>
        <p:xfrm>
          <a:off x="533400" y="117004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024031899"/>
              </p:ext>
            </p:extLst>
          </p:nvPr>
        </p:nvGraphicFramePr>
        <p:xfrm>
          <a:off x="533400" y="215388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57931716"/>
              </p:ext>
            </p:extLst>
          </p:nvPr>
        </p:nvGraphicFramePr>
        <p:xfrm>
          <a:off x="533400" y="313772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611739023"/>
              </p:ext>
            </p:extLst>
          </p:nvPr>
        </p:nvGraphicFramePr>
        <p:xfrm>
          <a:off x="533400" y="4121562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95715519"/>
              </p:ext>
            </p:extLst>
          </p:nvPr>
        </p:nvGraphicFramePr>
        <p:xfrm>
          <a:off x="533400" y="5105400"/>
          <a:ext cx="8229600" cy="642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</p:spTree>
    <p:extLst>
      <p:ext uri="{BB962C8B-B14F-4D97-AF65-F5344CB8AC3E}">
        <p14:creationId xmlns:p14="http://schemas.microsoft.com/office/powerpoint/2010/main" val="229759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95000"/>
                    </a14:imgEffect>
                    <a14:imgEffect>
                      <a14:brightnessContrast bright="40000" contrast="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3" y="0"/>
            <a:ext cx="9144000" cy="6858000"/>
          </a:xfrm>
        </p:spPr>
      </p:pic>
      <p:sp>
        <p:nvSpPr>
          <p:cNvPr id="6" name="TextBox 5"/>
          <p:cNvSpPr txBox="1"/>
          <p:nvPr/>
        </p:nvSpPr>
        <p:spPr>
          <a:xfrm>
            <a:off x="304800" y="76200"/>
            <a:ext cx="868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Project Managers do all that required to control the project execution</a:t>
            </a:r>
          </a:p>
          <a:p>
            <a:endParaRPr lang="en-US" sz="2000" dirty="0"/>
          </a:p>
          <a:p>
            <a:r>
              <a:rPr lang="en-US" sz="2000" dirty="0" smtClean="0"/>
              <a:t>However </a:t>
            </a:r>
            <a:r>
              <a:rPr lang="en-US" sz="2000" b="1" dirty="0" smtClean="0"/>
              <a:t>SMILE</a:t>
            </a:r>
            <a:r>
              <a:rPr lang="en-US" sz="2000" dirty="0" smtClean="0"/>
              <a:t> is a practiced tool, giving results to business benefits.</a:t>
            </a:r>
          </a:p>
          <a:p>
            <a:endParaRPr lang="en-US" sz="2000" dirty="0"/>
          </a:p>
          <a:p>
            <a:r>
              <a:rPr lang="en-US" sz="2000" dirty="0" smtClean="0"/>
              <a:t>A Successful Manager need to ensure a business continuity from the same Investors, by delivering stakeholder delight as an intangible benefit along Project deliverables.</a:t>
            </a:r>
          </a:p>
          <a:p>
            <a:endParaRPr lang="en-US" sz="2000" dirty="0"/>
          </a:p>
          <a:p>
            <a:r>
              <a:rPr lang="en-US" sz="2000" dirty="0" smtClean="0"/>
              <a:t>In order to have the business continuity, the project manager can practice SMILE during the project execution which helps in passing the </a:t>
            </a:r>
          </a:p>
          <a:p>
            <a:r>
              <a:rPr lang="en-US" sz="2000" dirty="0" smtClean="0"/>
              <a:t>benefit to investors.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636477" y="3439180"/>
            <a:ext cx="4290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 smtClean="0"/>
              <a:t>S: Stakeholder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4124980"/>
            <a:ext cx="39231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 smtClean="0"/>
              <a:t>M: Maintain Profitability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8110" y="4800600"/>
            <a:ext cx="4144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 smtClean="0"/>
              <a:t>I: Inculcate Scope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800" y="5506730"/>
            <a:ext cx="3189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 smtClean="0"/>
              <a:t>L: Lessons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6211091"/>
            <a:ext cx="3068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2400" dirty="0" smtClean="0"/>
              <a:t>E: Early to Market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409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colorTemperature colorTemp="5300"/>
                    </a14:imgEffect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3" y="0"/>
            <a:ext cx="9121877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>
                <a:latin typeface="Chiller" pitchFamily="82" charset="0"/>
              </a:rPr>
              <a:t>… it’s all about the OOMPH factor</a:t>
            </a:r>
            <a:endParaRPr lang="en-US" sz="4800" dirty="0">
              <a:latin typeface="Chiller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799" y="1066800"/>
            <a:ext cx="8565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3200" dirty="0" smtClean="0"/>
              <a:t>Hidden Expectation In Project Management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25828846"/>
              </p:ext>
            </p:extLst>
          </p:nvPr>
        </p:nvGraphicFramePr>
        <p:xfrm>
          <a:off x="533400" y="1651575"/>
          <a:ext cx="7772400" cy="4673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18710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4" y="22123"/>
            <a:ext cx="9124336" cy="68503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-22123"/>
            <a:ext cx="731520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>
                <a:latin typeface="Copperplate Gothic Light" pitchFamily="34" charset="0"/>
              </a:rPr>
              <a:t>Managing Managers</a:t>
            </a:r>
            <a:endParaRPr lang="en-US" sz="4800" dirty="0">
              <a:latin typeface="Copperplate Gothic Light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066800"/>
            <a:ext cx="89277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3200" dirty="0" smtClean="0"/>
              <a:t>Managers need to manage multiple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981200"/>
            <a:ext cx="3108960" cy="731520"/>
          </a:xfrm>
          <a:prstGeom prst="roundRect">
            <a:avLst/>
          </a:prstGeom>
          <a:pattFill prst="pct5">
            <a:fgClr>
              <a:srgbClr val="FFC00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Contractor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97880" y="3581400"/>
            <a:ext cx="3108960" cy="731520"/>
          </a:xfrm>
          <a:prstGeom prst="roundRect">
            <a:avLst/>
          </a:prstGeom>
          <a:pattFill prst="sm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Resource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400" y="3581400"/>
            <a:ext cx="3108960" cy="731520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Technical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99460" y="1981200"/>
            <a:ext cx="2560320" cy="731520"/>
          </a:xfrm>
          <a:prstGeom prst="roundRect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Stakeholder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2400" y="5181600"/>
            <a:ext cx="3108960" cy="731520"/>
          </a:xfrm>
          <a:prstGeom prst="roundRect">
            <a:avLst/>
          </a:prstGeom>
          <a:pattFill prst="pct5">
            <a:fgClr>
              <a:schemeClr val="accent3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People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52400" y="1981200"/>
            <a:ext cx="3108960" cy="731520"/>
          </a:xfrm>
          <a:prstGeom prst="roundRect">
            <a:avLst/>
          </a:prstGeom>
          <a:pattFill prst="smConfetti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Functional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482340" y="3320845"/>
            <a:ext cx="2194560" cy="1280160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Project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97880" y="5181600"/>
            <a:ext cx="3108960" cy="731520"/>
          </a:xfrm>
          <a:prstGeom prst="roundRect">
            <a:avLst/>
          </a:prstGeom>
          <a:pattFill prst="openDmnd">
            <a:fgClr>
              <a:srgbClr val="CC4A69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Finance Manager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99460" y="5181600"/>
            <a:ext cx="2560320" cy="731520"/>
          </a:xfrm>
          <a:prstGeom prst="round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2">
                    <a:lumMod val="25000"/>
                  </a:schemeClr>
                </a:solidFill>
              </a:rPr>
              <a:t>Supervisor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17" name="Curved Connector 16"/>
          <p:cNvCxnSpPr>
            <a:stCxn id="13" idx="2"/>
            <a:endCxn id="14" idx="1"/>
          </p:cNvCxnSpPr>
          <p:nvPr/>
        </p:nvCxnSpPr>
        <p:spPr>
          <a:xfrm rot="16200000" flipH="1">
            <a:off x="2357503" y="2062097"/>
            <a:ext cx="79560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7" idx="2"/>
            <a:endCxn id="14" idx="7"/>
          </p:cNvCxnSpPr>
          <p:nvPr/>
        </p:nvCxnSpPr>
        <p:spPr>
          <a:xfrm rot="5400000">
            <a:off x="6006137" y="2062097"/>
            <a:ext cx="79560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9" idx="3"/>
            <a:endCxn id="14" idx="2"/>
          </p:cNvCxnSpPr>
          <p:nvPr/>
        </p:nvCxnSpPr>
        <p:spPr>
          <a:xfrm>
            <a:off x="3261360" y="3947160"/>
            <a:ext cx="220980" cy="13765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8" idx="1"/>
            <a:endCxn id="14" idx="6"/>
          </p:cNvCxnSpPr>
          <p:nvPr/>
        </p:nvCxnSpPr>
        <p:spPr>
          <a:xfrm rot="10800000" flipV="1">
            <a:off x="5676900" y="3947159"/>
            <a:ext cx="220980" cy="13765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11" idx="0"/>
            <a:endCxn id="14" idx="3"/>
          </p:cNvCxnSpPr>
          <p:nvPr/>
        </p:nvCxnSpPr>
        <p:spPr>
          <a:xfrm rot="5400000" flipH="1" flipV="1">
            <a:off x="2371268" y="3749142"/>
            <a:ext cx="76807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12" idx="0"/>
            <a:endCxn id="14" idx="5"/>
          </p:cNvCxnSpPr>
          <p:nvPr/>
        </p:nvCxnSpPr>
        <p:spPr>
          <a:xfrm rot="16200000" flipV="1">
            <a:off x="6019902" y="3749142"/>
            <a:ext cx="768070" cy="2096846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10" idx="2"/>
            <a:endCxn id="14" idx="0"/>
          </p:cNvCxnSpPr>
          <p:nvPr/>
        </p:nvCxnSpPr>
        <p:spPr>
          <a:xfrm rot="5400000">
            <a:off x="4275558" y="3016782"/>
            <a:ext cx="608125" cy="12700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15" idx="0"/>
          </p:cNvCxnSpPr>
          <p:nvPr/>
        </p:nvCxnSpPr>
        <p:spPr>
          <a:xfrm rot="16200000" flipV="1">
            <a:off x="4286148" y="4888128"/>
            <a:ext cx="580595" cy="6350"/>
          </a:xfrm>
          <a:prstGeom prst="curvedConnector3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0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 114"/>
          <p:cNvGrpSpPr/>
          <p:nvPr/>
        </p:nvGrpSpPr>
        <p:grpSpPr>
          <a:xfrm>
            <a:off x="0" y="0"/>
            <a:ext cx="9144000" cy="6858000"/>
            <a:chOff x="457200" y="381000"/>
            <a:chExt cx="8305800" cy="609600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381000"/>
              <a:ext cx="8305800" cy="6096000"/>
            </a:xfrm>
            <a:prstGeom prst="roundRect">
              <a:avLst>
                <a:gd name="adj" fmla="val 6406"/>
              </a:avLst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u="sng" dirty="0" smtClean="0">
                  <a:solidFill>
                    <a:schemeClr val="tx2">
                      <a:lumMod val="75000"/>
                    </a:schemeClr>
                  </a:solidFill>
                </a:rPr>
                <a:t>SMILE</a:t>
              </a:r>
              <a:endParaRPr lang="en-US" b="1" u="sng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544884" y="489466"/>
              <a:ext cx="5943600" cy="59436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19200" y="2181106"/>
              <a:ext cx="640080" cy="2560320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250723 h 1317523"/>
                <a:gd name="connsiteX1" fmla="*/ 609600 w 609600"/>
                <a:gd name="connsiteY1" fmla="*/ 0 h 1317523"/>
                <a:gd name="connsiteX2" fmla="*/ 609600 w 609600"/>
                <a:gd name="connsiteY2" fmla="*/ 1317523 h 1317523"/>
                <a:gd name="connsiteX3" fmla="*/ 0 w 609600"/>
                <a:gd name="connsiteY3" fmla="*/ 1317523 h 1317523"/>
                <a:gd name="connsiteX4" fmla="*/ 0 w 609600"/>
                <a:gd name="connsiteY4" fmla="*/ 250723 h 1317523"/>
                <a:gd name="connsiteX0" fmla="*/ 0 w 609600"/>
                <a:gd name="connsiteY0" fmla="*/ 250723 h 1568245"/>
                <a:gd name="connsiteX1" fmla="*/ 609600 w 609600"/>
                <a:gd name="connsiteY1" fmla="*/ 0 h 1568245"/>
                <a:gd name="connsiteX2" fmla="*/ 609600 w 609600"/>
                <a:gd name="connsiteY2" fmla="*/ 1568245 h 1568245"/>
                <a:gd name="connsiteX3" fmla="*/ 0 w 609600"/>
                <a:gd name="connsiteY3" fmla="*/ 1317523 h 1568245"/>
                <a:gd name="connsiteX4" fmla="*/ 0 w 609600"/>
                <a:gd name="connsiteY4" fmla="*/ 250723 h 1568245"/>
                <a:gd name="connsiteX0" fmla="*/ 0 w 609600"/>
                <a:gd name="connsiteY0" fmla="*/ 250723 h 1509251"/>
                <a:gd name="connsiteX1" fmla="*/ 609600 w 609600"/>
                <a:gd name="connsiteY1" fmla="*/ 0 h 1509251"/>
                <a:gd name="connsiteX2" fmla="*/ 609600 w 609600"/>
                <a:gd name="connsiteY2" fmla="*/ 1509251 h 1509251"/>
                <a:gd name="connsiteX3" fmla="*/ 0 w 609600"/>
                <a:gd name="connsiteY3" fmla="*/ 1317523 h 1509251"/>
                <a:gd name="connsiteX4" fmla="*/ 0 w 609600"/>
                <a:gd name="connsiteY4" fmla="*/ 250723 h 150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09251">
                  <a:moveTo>
                    <a:pt x="0" y="250723"/>
                  </a:moveTo>
                  <a:lnTo>
                    <a:pt x="609600" y="0"/>
                  </a:lnTo>
                  <a:lnTo>
                    <a:pt x="609600" y="1509251"/>
                  </a:lnTo>
                  <a:lnTo>
                    <a:pt x="0" y="1317523"/>
                  </a:lnTo>
                  <a:lnTo>
                    <a:pt x="0" y="25072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153696" y="2181106"/>
              <a:ext cx="640080" cy="2560320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0 h 1302774"/>
                <a:gd name="connsiteX1" fmla="*/ 609600 w 609600"/>
                <a:gd name="connsiteY1" fmla="*/ 235974 h 1302774"/>
                <a:gd name="connsiteX2" fmla="*/ 609600 w 609600"/>
                <a:gd name="connsiteY2" fmla="*/ 1302774 h 1302774"/>
                <a:gd name="connsiteX3" fmla="*/ 0 w 609600"/>
                <a:gd name="connsiteY3" fmla="*/ 1302774 h 1302774"/>
                <a:gd name="connsiteX4" fmla="*/ 0 w 609600"/>
                <a:gd name="connsiteY4" fmla="*/ 0 h 1302774"/>
                <a:gd name="connsiteX0" fmla="*/ 0 w 609600"/>
                <a:gd name="connsiteY0" fmla="*/ 0 h 1538748"/>
                <a:gd name="connsiteX1" fmla="*/ 609600 w 609600"/>
                <a:gd name="connsiteY1" fmla="*/ 235974 h 1538748"/>
                <a:gd name="connsiteX2" fmla="*/ 609600 w 609600"/>
                <a:gd name="connsiteY2" fmla="*/ 1302774 h 1538748"/>
                <a:gd name="connsiteX3" fmla="*/ 0 w 609600"/>
                <a:gd name="connsiteY3" fmla="*/ 1538748 h 1538748"/>
                <a:gd name="connsiteX4" fmla="*/ 0 w 609600"/>
                <a:gd name="connsiteY4" fmla="*/ 0 h 153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38748">
                  <a:moveTo>
                    <a:pt x="0" y="0"/>
                  </a:moveTo>
                  <a:lnTo>
                    <a:pt x="609600" y="235974"/>
                  </a:lnTo>
                  <a:lnTo>
                    <a:pt x="609600" y="1302774"/>
                  </a:lnTo>
                  <a:lnTo>
                    <a:pt x="0" y="1538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7391400" y="2889152"/>
              <a:ext cx="1280160" cy="1144227"/>
              <a:chOff x="9677400" y="2394566"/>
              <a:chExt cx="1600200" cy="1144227"/>
            </a:xfrm>
          </p:grpSpPr>
          <p:sp>
            <p:nvSpPr>
              <p:cNvPr id="10" name="Right Arrow 9"/>
              <p:cNvSpPr/>
              <p:nvPr/>
            </p:nvSpPr>
            <p:spPr>
              <a:xfrm>
                <a:off x="9677400" y="2394566"/>
                <a:ext cx="1600200" cy="1144227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9689690" y="2782013"/>
                <a:ext cx="11670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Exec Exit</a:t>
                </a:r>
                <a:endParaRPr lang="en-US" dirty="0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522394" y="3059668"/>
              <a:ext cx="1306406" cy="1144227"/>
              <a:chOff x="9677400" y="1294786"/>
              <a:chExt cx="1306406" cy="1144227"/>
            </a:xfrm>
          </p:grpSpPr>
          <p:sp>
            <p:nvSpPr>
              <p:cNvPr id="11" name="Right Arrow 10"/>
              <p:cNvSpPr/>
              <p:nvPr/>
            </p:nvSpPr>
            <p:spPr>
              <a:xfrm>
                <a:off x="9677400" y="1294786"/>
                <a:ext cx="1306406" cy="1144227"/>
              </a:xfrm>
              <a:prstGeom prst="rightArrow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677400" y="1676399"/>
                <a:ext cx="1150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Exec Entry</a:t>
                </a:r>
                <a:endParaRPr lang="en-US" dirty="0"/>
              </a:p>
            </p:txBody>
          </p:sp>
        </p:grpSp>
        <p:sp>
          <p:nvSpPr>
            <p:cNvPr id="28" name="Circular Arrow 27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9483"/>
                <a:gd name="adj2" fmla="val 335633"/>
                <a:gd name="adj3" fmla="val 1760388"/>
                <a:gd name="adj4" fmla="val 19765239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Circular Arrow 36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8770"/>
                <a:gd name="adj2" fmla="val 335633"/>
                <a:gd name="adj3" fmla="val 5963643"/>
                <a:gd name="adj4" fmla="val 2252347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fillRef>
            <a:effectRef idx="2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1" name="Circular Arrow 40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10364"/>
                <a:gd name="adj2" fmla="val 335633"/>
                <a:gd name="adj3" fmla="val 14728221"/>
                <a:gd name="adj4" fmla="val 10769984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fillRef>
            <a:effectRef idx="2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Circular Arrow 42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9470"/>
                <a:gd name="adj2" fmla="val 335633"/>
                <a:gd name="adj3" fmla="val 19262281"/>
                <a:gd name="adj4" fmla="val 15197501"/>
                <a:gd name="adj5" fmla="val 6062"/>
              </a:avLst>
            </a:prstGeom>
            <a:gradFill>
              <a:gsLst>
                <a:gs pos="0">
                  <a:schemeClr val="accent5">
                    <a:shade val="50000"/>
                    <a:hueOff val="101189"/>
                    <a:satOff val="-2238"/>
                    <a:lumOff val="16795"/>
                    <a:alphaOff val="0"/>
                    <a:shade val="51000"/>
                    <a:satMod val="130000"/>
                  </a:schemeClr>
                </a:gs>
                <a:gs pos="80000">
                  <a:schemeClr val="accent5">
                    <a:shade val="50000"/>
                    <a:hueOff val="101189"/>
                    <a:satOff val="-2238"/>
                    <a:lumOff val="16795"/>
                    <a:alphaOff val="0"/>
                    <a:shade val="93000"/>
                    <a:satMod val="130000"/>
                  </a:schemeClr>
                </a:gs>
                <a:gs pos="100000">
                  <a:schemeClr val="tx2">
                    <a:lumMod val="40000"/>
                    <a:lumOff val="60000"/>
                  </a:schemeClr>
                </a:gs>
              </a:gsLst>
            </a:gra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fillRef>
            <a:effectRef idx="2">
              <a:schemeClr val="accent5">
                <a:shade val="50000"/>
                <a:hueOff val="101189"/>
                <a:satOff val="-2238"/>
                <a:lumOff val="1679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TextBox 44"/>
            <p:cNvSpPr txBox="1"/>
            <p:nvPr/>
          </p:nvSpPr>
          <p:spPr>
            <a:xfrm>
              <a:off x="3886200" y="813315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59280" y="3059668"/>
              <a:ext cx="2455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I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429000" y="5538891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72200" y="4968921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</a:t>
              </a:r>
              <a:endParaRPr lang="en-US" b="1" dirty="0" smtClean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629400" y="2174050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E</a:t>
              </a:r>
              <a:endParaRPr lang="en-US" b="1" dirty="0" smtClean="0"/>
            </a:p>
          </p:txBody>
        </p:sp>
        <p:sp>
          <p:nvSpPr>
            <p:cNvPr id="53" name="Shape 52"/>
            <p:cNvSpPr/>
            <p:nvPr/>
          </p:nvSpPr>
          <p:spPr>
            <a:xfrm rot="15106945">
              <a:off x="3686412" y="4735535"/>
              <a:ext cx="1338086" cy="1087719"/>
            </a:xfrm>
            <a:prstGeom prst="swooshArrow">
              <a:avLst>
                <a:gd name="adj1" fmla="val 16310"/>
                <a:gd name="adj2" fmla="val 31370"/>
              </a:avLst>
            </a:pr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Shape 53"/>
            <p:cNvSpPr/>
            <p:nvPr/>
          </p:nvSpPr>
          <p:spPr>
            <a:xfrm rot="15106945">
              <a:off x="4155705" y="4735535"/>
              <a:ext cx="1338086" cy="1087719"/>
            </a:xfrm>
            <a:prstGeom prst="swooshArrow">
              <a:avLst>
                <a:gd name="adj1" fmla="val 16310"/>
                <a:gd name="adj2" fmla="val 31370"/>
              </a:avLst>
            </a:pr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Shape 54"/>
            <p:cNvSpPr/>
            <p:nvPr/>
          </p:nvSpPr>
          <p:spPr>
            <a:xfrm rot="15106945">
              <a:off x="4624997" y="4735535"/>
              <a:ext cx="1338086" cy="1087719"/>
            </a:xfrm>
            <a:prstGeom prst="swooshArrow">
              <a:avLst>
                <a:gd name="adj1" fmla="val 16310"/>
                <a:gd name="adj2" fmla="val 31370"/>
              </a:avLst>
            </a:prstGeom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Shape 55"/>
            <p:cNvSpPr/>
            <p:nvPr/>
          </p:nvSpPr>
          <p:spPr>
            <a:xfrm rot="17124499">
              <a:off x="2101493" y="3875854"/>
              <a:ext cx="2221348" cy="1537358"/>
            </a:xfrm>
            <a:prstGeom prst="swooshArrow">
              <a:avLst>
                <a:gd name="adj1" fmla="val 25000"/>
                <a:gd name="adj2" fmla="val 25765"/>
              </a:avLst>
            </a:prstGeom>
            <a:ln>
              <a:noFill/>
            </a:ln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fillRef>
            <a:effectRef idx="2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ircular Arrow 38"/>
            <p:cNvSpPr/>
            <p:nvPr/>
          </p:nvSpPr>
          <p:spPr>
            <a:xfrm>
              <a:off x="1676400" y="608079"/>
              <a:ext cx="5661528" cy="5661528"/>
            </a:xfrm>
            <a:prstGeom prst="circularArrow">
              <a:avLst>
                <a:gd name="adj1" fmla="val 10172"/>
                <a:gd name="adj2" fmla="val 335633"/>
                <a:gd name="adj3" fmla="val 10243924"/>
                <a:gd name="adj4" fmla="val 6448486"/>
                <a:gd name="adj5" fmla="val 6062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fillRef>
            <a:effectRef idx="2">
              <a:schemeClr val="accent5">
                <a:shade val="50000"/>
                <a:hueOff val="202378"/>
                <a:satOff val="-4476"/>
                <a:lumOff val="3359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TextBox 56"/>
            <p:cNvSpPr txBox="1"/>
            <p:nvPr/>
          </p:nvSpPr>
          <p:spPr>
            <a:xfrm rot="19458059">
              <a:off x="3778299" y="4171524"/>
              <a:ext cx="1255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Infl</a:t>
              </a:r>
              <a:r>
                <a:rPr lang="en-US" dirty="0" smtClean="0"/>
                <a:t> </a:t>
              </a:r>
              <a:r>
                <a:rPr lang="en-US" dirty="0" err="1" smtClean="0"/>
                <a:t>Stkhldr</a:t>
              </a:r>
              <a:r>
                <a:rPr lang="en-US" dirty="0" smtClean="0"/>
                <a:t> 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 rot="19458059">
              <a:off x="4181150" y="4202407"/>
              <a:ext cx="1372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Supp</a:t>
              </a:r>
              <a:r>
                <a:rPr lang="en-US" dirty="0" smtClean="0"/>
                <a:t> </a:t>
              </a:r>
              <a:r>
                <a:rPr lang="en-US" dirty="0" err="1" smtClean="0"/>
                <a:t>Stkhldr</a:t>
              </a:r>
              <a:endParaRPr lang="en-US" dirty="0" smtClean="0"/>
            </a:p>
          </p:txBody>
        </p:sp>
        <p:sp>
          <p:nvSpPr>
            <p:cNvPr id="59" name="TextBox 58"/>
            <p:cNvSpPr txBox="1"/>
            <p:nvPr/>
          </p:nvSpPr>
          <p:spPr>
            <a:xfrm rot="19458059">
              <a:off x="4722863" y="4271429"/>
              <a:ext cx="11891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-</a:t>
              </a:r>
              <a:r>
                <a:rPr lang="en-US" dirty="0" err="1" smtClean="0"/>
                <a:t>ve</a:t>
              </a:r>
              <a:r>
                <a:rPr lang="en-US" dirty="0" smtClean="0"/>
                <a:t> </a:t>
              </a:r>
              <a:r>
                <a:rPr lang="en-US" dirty="0" err="1" smtClean="0"/>
                <a:t>Stkhldr</a:t>
              </a:r>
              <a:endParaRPr lang="en-US" dirty="0" smtClean="0"/>
            </a:p>
          </p:txBody>
        </p:sp>
        <p:sp>
          <p:nvSpPr>
            <p:cNvPr id="62" name="Circular Arrow 61"/>
            <p:cNvSpPr/>
            <p:nvPr/>
          </p:nvSpPr>
          <p:spPr>
            <a:xfrm rot="4216048">
              <a:off x="2765758" y="1587329"/>
              <a:ext cx="2146472" cy="1823574"/>
            </a:xfrm>
            <a:prstGeom prst="circularArrow">
              <a:avLst>
                <a:gd name="adj1" fmla="val 3945"/>
                <a:gd name="adj2" fmla="val 1142322"/>
                <a:gd name="adj3" fmla="val 2946822"/>
                <a:gd name="adj4" fmla="val 10800000"/>
                <a:gd name="adj5" fmla="val 9734"/>
              </a:avLst>
            </a:prstGeom>
            <a:blipFill>
              <a:blip r:embed="rId3"/>
              <a:tile tx="0" ty="0" sx="100000" sy="100000" flip="none" algn="tl"/>
            </a:blip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Circular Arrow 62"/>
            <p:cNvSpPr/>
            <p:nvPr/>
          </p:nvSpPr>
          <p:spPr>
            <a:xfrm rot="20618184">
              <a:off x="3090573" y="1823404"/>
              <a:ext cx="1859382" cy="1911773"/>
            </a:xfrm>
            <a:prstGeom prst="circularArrow">
              <a:avLst>
                <a:gd name="adj1" fmla="val 3945"/>
                <a:gd name="adj2" fmla="val 1142322"/>
                <a:gd name="adj3" fmla="val 2946822"/>
                <a:gd name="adj4" fmla="val 10800000"/>
                <a:gd name="adj5" fmla="val 9734"/>
              </a:avLst>
            </a:prstGeom>
            <a:blipFill>
              <a:blip r:embed="rId4"/>
              <a:tile tx="0" ty="0" sx="100000" sy="100000" flip="none" algn="tl"/>
            </a:blip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9" name="Circular Arrow 68"/>
            <p:cNvSpPr/>
            <p:nvPr/>
          </p:nvSpPr>
          <p:spPr>
            <a:xfrm rot="2636554">
              <a:off x="3723826" y="671561"/>
              <a:ext cx="1827640" cy="1923015"/>
            </a:xfrm>
            <a:prstGeom prst="circularArrow">
              <a:avLst>
                <a:gd name="adj1" fmla="val 25006"/>
                <a:gd name="adj2" fmla="val 1231153"/>
                <a:gd name="adj3" fmla="val 19885557"/>
                <a:gd name="adj4" fmla="val 13972073"/>
                <a:gd name="adj5" fmla="val 16716"/>
              </a:avLst>
            </a:prstGeom>
            <a:gradFill flip="none" rotWithShape="1">
              <a:gsLst>
                <a:gs pos="97500">
                  <a:schemeClr val="accent5">
                    <a:lumMod val="75000"/>
                  </a:schemeClr>
                </a:gs>
                <a:gs pos="0">
                  <a:schemeClr val="accent1">
                    <a:lumMod val="75000"/>
                  </a:schemeClr>
                </a:gs>
                <a:gs pos="0">
                  <a:srgbClr val="0A128C"/>
                </a:gs>
                <a:gs pos="95000">
                  <a:schemeClr val="tx2">
                    <a:lumMod val="40000"/>
                    <a:lumOff val="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Shape 72"/>
            <p:cNvSpPr/>
            <p:nvPr/>
          </p:nvSpPr>
          <p:spPr>
            <a:xfrm rot="21391603" flipV="1">
              <a:off x="6833640" y="3459676"/>
              <a:ext cx="1771538" cy="1895880"/>
            </a:xfrm>
            <a:prstGeom prst="swooshArrow">
              <a:avLst>
                <a:gd name="adj1" fmla="val 29361"/>
                <a:gd name="adj2" fmla="val 18773"/>
              </a:avLst>
            </a:prstGeom>
            <a:gradFill>
              <a:gsLst>
                <a:gs pos="0">
                  <a:srgbClr val="002060"/>
                </a:gs>
                <a:gs pos="80000">
                  <a:schemeClr val="accent5">
                    <a:shade val="50000"/>
                    <a:hueOff val="202378"/>
                    <a:satOff val="-4476"/>
                    <a:lumOff val="33590"/>
                    <a:alphaOff val="0"/>
                    <a:shade val="93000"/>
                    <a:satMod val="130000"/>
                  </a:schemeClr>
                </a:gs>
                <a:gs pos="100000">
                  <a:schemeClr val="accent5">
                    <a:shade val="50000"/>
                    <a:hueOff val="202378"/>
                    <a:satOff val="-4476"/>
                    <a:lumOff val="33590"/>
                    <a:alphaOff val="0"/>
                    <a:shade val="94000"/>
                    <a:satMod val="135000"/>
                  </a:schemeClr>
                </a:gs>
              </a:gsLst>
              <a:lin ang="16200000" scaled="0"/>
            </a:gradFill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4" name="Shape 73"/>
            <p:cNvSpPr/>
            <p:nvPr/>
          </p:nvSpPr>
          <p:spPr>
            <a:xfrm rot="2294495" flipH="1" flipV="1">
              <a:off x="4696392" y="2546331"/>
              <a:ext cx="1833176" cy="1895880"/>
            </a:xfrm>
            <a:prstGeom prst="swooshArrow">
              <a:avLst>
                <a:gd name="adj1" fmla="val 12966"/>
                <a:gd name="adj2" fmla="val 26702"/>
              </a:avLst>
            </a:prstGeom>
            <a:gradFill>
              <a:gsLst>
                <a:gs pos="0">
                  <a:srgbClr val="002060"/>
                </a:gs>
                <a:gs pos="36000">
                  <a:schemeClr val="accent5">
                    <a:shade val="50000"/>
                    <a:hueOff val="202378"/>
                    <a:satOff val="-4476"/>
                    <a:lumOff val="33590"/>
                    <a:alphaOff val="0"/>
                    <a:shade val="93000"/>
                    <a:satMod val="130000"/>
                  </a:schemeClr>
                </a:gs>
                <a:gs pos="100000">
                  <a:srgbClr val="E3FB6D"/>
                </a:gs>
              </a:gsLst>
              <a:lin ang="16200000" scaled="0"/>
            </a:gradFill>
            <a:scene3d>
              <a:camera prst="orthographicFront"/>
              <a:lightRig rig="chilly" dir="t"/>
            </a:scene3d>
            <a:sp3d prstMaterial="translucentPowder">
              <a:bevelT w="127000" h="25400" prst="softRound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7" name="TextBox 76"/>
            <p:cNvSpPr txBox="1"/>
            <p:nvPr/>
          </p:nvSpPr>
          <p:spPr>
            <a:xfrm>
              <a:off x="3381648" y="5498899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20134020">
              <a:off x="1631240" y="2887420"/>
              <a:ext cx="55005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 smtClean="0">
                  <a:solidFill>
                    <a:schemeClr val="bg1">
                      <a:lumMod val="95000"/>
                    </a:schemeClr>
                  </a:solidFill>
                </a:rPr>
                <a:t>Project Life Cycle</a:t>
              </a:r>
              <a:endParaRPr lang="en-US" sz="48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5002326" y="1787042"/>
              <a:ext cx="502920" cy="881719"/>
              <a:chOff x="8305800" y="2852081"/>
              <a:chExt cx="502920" cy="881719"/>
            </a:xfrm>
          </p:grpSpPr>
          <p:sp>
            <p:nvSpPr>
              <p:cNvPr id="79" name="Oval 78"/>
              <p:cNvSpPr/>
              <p:nvPr/>
            </p:nvSpPr>
            <p:spPr>
              <a:xfrm>
                <a:off x="83058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0" name="Oval 79"/>
              <p:cNvSpPr/>
              <p:nvPr/>
            </p:nvSpPr>
            <p:spPr>
              <a:xfrm>
                <a:off x="8305800" y="30291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1" name="Oval 80"/>
              <p:cNvSpPr/>
              <p:nvPr/>
            </p:nvSpPr>
            <p:spPr>
              <a:xfrm>
                <a:off x="8305800" y="32245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2" name="Oval 81"/>
              <p:cNvSpPr/>
              <p:nvPr/>
            </p:nvSpPr>
            <p:spPr>
              <a:xfrm>
                <a:off x="8305800" y="34290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3" name="Oval 82"/>
              <p:cNvSpPr/>
              <p:nvPr/>
            </p:nvSpPr>
            <p:spPr>
              <a:xfrm>
                <a:off x="84201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4" name="Oval 83"/>
              <p:cNvSpPr/>
              <p:nvPr/>
            </p:nvSpPr>
            <p:spPr>
              <a:xfrm>
                <a:off x="8420100" y="30545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5" name="Oval 84"/>
              <p:cNvSpPr/>
              <p:nvPr/>
            </p:nvSpPr>
            <p:spPr>
              <a:xfrm>
                <a:off x="8420100" y="32753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6" name="Oval 85"/>
              <p:cNvSpPr/>
              <p:nvPr/>
            </p:nvSpPr>
            <p:spPr>
              <a:xfrm>
                <a:off x="8420100" y="35052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7" name="Oval 86"/>
              <p:cNvSpPr/>
              <p:nvPr/>
            </p:nvSpPr>
            <p:spPr>
              <a:xfrm>
                <a:off x="85344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8" name="Oval 87"/>
              <p:cNvSpPr/>
              <p:nvPr/>
            </p:nvSpPr>
            <p:spPr>
              <a:xfrm>
                <a:off x="8534400" y="30291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89" name="Oval 88"/>
              <p:cNvSpPr/>
              <p:nvPr/>
            </p:nvSpPr>
            <p:spPr>
              <a:xfrm>
                <a:off x="8534400" y="32245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0" name="Oval 89"/>
              <p:cNvSpPr/>
              <p:nvPr/>
            </p:nvSpPr>
            <p:spPr>
              <a:xfrm>
                <a:off x="8534400" y="34290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1" name="Oval 90"/>
              <p:cNvSpPr/>
              <p:nvPr/>
            </p:nvSpPr>
            <p:spPr>
              <a:xfrm>
                <a:off x="86487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2" name="Oval 91"/>
              <p:cNvSpPr/>
              <p:nvPr/>
            </p:nvSpPr>
            <p:spPr>
              <a:xfrm>
                <a:off x="8648700" y="30545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3" name="Oval 92"/>
              <p:cNvSpPr/>
              <p:nvPr/>
            </p:nvSpPr>
            <p:spPr>
              <a:xfrm>
                <a:off x="8648700" y="32753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4" name="Oval 93"/>
              <p:cNvSpPr/>
              <p:nvPr/>
            </p:nvSpPr>
            <p:spPr>
              <a:xfrm>
                <a:off x="8648700" y="35052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5" name="Oval 94"/>
              <p:cNvSpPr/>
              <p:nvPr/>
            </p:nvSpPr>
            <p:spPr>
              <a:xfrm>
                <a:off x="8763000" y="2852081"/>
                <a:ext cx="45720" cy="4572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6" name="Oval 95"/>
              <p:cNvSpPr/>
              <p:nvPr/>
            </p:nvSpPr>
            <p:spPr>
              <a:xfrm>
                <a:off x="8763000" y="3029147"/>
                <a:ext cx="45720" cy="64008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7" name="Oval 96"/>
              <p:cNvSpPr/>
              <p:nvPr/>
            </p:nvSpPr>
            <p:spPr>
              <a:xfrm>
                <a:off x="8763000" y="3224501"/>
                <a:ext cx="45720" cy="73152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8" name="Oval 97"/>
              <p:cNvSpPr/>
              <p:nvPr/>
            </p:nvSpPr>
            <p:spPr>
              <a:xfrm>
                <a:off x="8763000" y="342900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99" name="Oval 98"/>
              <p:cNvSpPr/>
              <p:nvPr/>
            </p:nvSpPr>
            <p:spPr>
              <a:xfrm>
                <a:off x="8534400" y="3642360"/>
                <a:ext cx="45720" cy="91440"/>
              </a:xfrm>
              <a:prstGeom prst="ellipse">
                <a:avLst/>
              </a:prstGeom>
              <a:scene3d>
                <a:camera prst="orthographicFront"/>
                <a:lightRig rig="flat" dir="t"/>
              </a:scene3d>
              <a:sp3d prstMaterial="plastic">
                <a:bevelT w="120900" h="88900"/>
                <a:bevelB w="88900" h="31750" prst="angle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fillRef>
              <a:effectRef idx="2">
                <a:schemeClr val="accent2">
                  <a:shade val="50000"/>
                  <a:hueOff val="-27656"/>
                  <a:satOff val="-5606"/>
                  <a:lumOff val="30834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100" name="TextBox 99"/>
            <p:cNvSpPr txBox="1"/>
            <p:nvPr/>
          </p:nvSpPr>
          <p:spPr>
            <a:xfrm>
              <a:off x="4876800" y="2435423"/>
              <a:ext cx="7585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Lessons</a:t>
              </a:r>
              <a:endParaRPr lang="en-US" sz="1400" b="1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062964" y="2716886"/>
              <a:ext cx="2696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S</a:t>
              </a:r>
              <a:endParaRPr lang="en-US" sz="1400" b="1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106907" y="2485881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C</a:t>
              </a:r>
              <a:endParaRPr lang="en-US" sz="1400" b="1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212167" y="2315264"/>
              <a:ext cx="3064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O</a:t>
              </a:r>
              <a:endParaRPr lang="en-US" sz="1400" b="1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532414" y="2261380"/>
              <a:ext cx="280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P</a:t>
              </a:r>
              <a:endParaRPr lang="en-US" sz="1400" b="1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769589" y="2352067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E</a:t>
              </a:r>
              <a:endParaRPr lang="en-US" sz="1400" b="1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3528080" y="2920075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C</a:t>
              </a:r>
              <a:endParaRPr lang="en-US" sz="1400" b="1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3672837" y="3084562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H</a:t>
              </a:r>
              <a:endParaRPr lang="en-US" sz="1400" b="1" dirty="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874980" y="3121223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A</a:t>
              </a:r>
              <a:endParaRPr lang="en-US" sz="1400" b="1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102875" y="3099977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N</a:t>
              </a:r>
              <a:endParaRPr lang="en-US" sz="1400" b="1" dirty="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254519" y="2955769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/>
                <a:t>G</a:t>
              </a:r>
              <a:endParaRPr lang="en-US" sz="1400" b="1" dirty="0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436956" y="2779290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43200" y="3505200"/>
              <a:ext cx="5822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u="sng" dirty="0" smtClean="0"/>
                <a:t>OM</a:t>
              </a:r>
              <a:endParaRPr lang="en-US" sz="2000" b="1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19243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457200" y="1143000"/>
            <a:ext cx="8077200" cy="5029200"/>
            <a:chOff x="457200" y="1143000"/>
            <a:chExt cx="8077200" cy="502920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1143000"/>
              <a:ext cx="8077200" cy="5029200"/>
            </a:xfrm>
            <a:prstGeom prst="roundRect">
              <a:avLst>
                <a:gd name="adj" fmla="val 8100"/>
              </a:avLst>
            </a:prstGeom>
            <a:solidFill>
              <a:schemeClr val="tx2">
                <a:lumMod val="20000"/>
                <a:lumOff val="80000"/>
                <a:alpha val="45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 smtClean="0">
                  <a:solidFill>
                    <a:schemeClr val="tx2">
                      <a:lumMod val="75000"/>
                    </a:schemeClr>
                  </a:solidFill>
                </a:rPr>
                <a:t>Project Life Cycle</a:t>
              </a:r>
              <a:endParaRPr lang="en-US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2362200" y="1600200"/>
              <a:ext cx="4343400" cy="4191000"/>
            </a:xfrm>
            <a:prstGeom prst="ellipse">
              <a:avLst/>
            </a:pr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2941075"/>
              <a:ext cx="609600" cy="1509251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250723 h 1317523"/>
                <a:gd name="connsiteX1" fmla="*/ 609600 w 609600"/>
                <a:gd name="connsiteY1" fmla="*/ 0 h 1317523"/>
                <a:gd name="connsiteX2" fmla="*/ 609600 w 609600"/>
                <a:gd name="connsiteY2" fmla="*/ 1317523 h 1317523"/>
                <a:gd name="connsiteX3" fmla="*/ 0 w 609600"/>
                <a:gd name="connsiteY3" fmla="*/ 1317523 h 1317523"/>
                <a:gd name="connsiteX4" fmla="*/ 0 w 609600"/>
                <a:gd name="connsiteY4" fmla="*/ 250723 h 1317523"/>
                <a:gd name="connsiteX0" fmla="*/ 0 w 609600"/>
                <a:gd name="connsiteY0" fmla="*/ 250723 h 1568245"/>
                <a:gd name="connsiteX1" fmla="*/ 609600 w 609600"/>
                <a:gd name="connsiteY1" fmla="*/ 0 h 1568245"/>
                <a:gd name="connsiteX2" fmla="*/ 609600 w 609600"/>
                <a:gd name="connsiteY2" fmla="*/ 1568245 h 1568245"/>
                <a:gd name="connsiteX3" fmla="*/ 0 w 609600"/>
                <a:gd name="connsiteY3" fmla="*/ 1317523 h 1568245"/>
                <a:gd name="connsiteX4" fmla="*/ 0 w 609600"/>
                <a:gd name="connsiteY4" fmla="*/ 250723 h 1568245"/>
                <a:gd name="connsiteX0" fmla="*/ 0 w 609600"/>
                <a:gd name="connsiteY0" fmla="*/ 250723 h 1509251"/>
                <a:gd name="connsiteX1" fmla="*/ 609600 w 609600"/>
                <a:gd name="connsiteY1" fmla="*/ 0 h 1509251"/>
                <a:gd name="connsiteX2" fmla="*/ 609600 w 609600"/>
                <a:gd name="connsiteY2" fmla="*/ 1509251 h 1509251"/>
                <a:gd name="connsiteX3" fmla="*/ 0 w 609600"/>
                <a:gd name="connsiteY3" fmla="*/ 1317523 h 1509251"/>
                <a:gd name="connsiteX4" fmla="*/ 0 w 609600"/>
                <a:gd name="connsiteY4" fmla="*/ 250723 h 150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09251">
                  <a:moveTo>
                    <a:pt x="0" y="250723"/>
                  </a:moveTo>
                  <a:lnTo>
                    <a:pt x="609600" y="0"/>
                  </a:lnTo>
                  <a:lnTo>
                    <a:pt x="609600" y="1509251"/>
                  </a:lnTo>
                  <a:lnTo>
                    <a:pt x="0" y="1317523"/>
                  </a:lnTo>
                  <a:lnTo>
                    <a:pt x="0" y="250723"/>
                  </a:lnTo>
                  <a:close/>
                </a:path>
              </a:pathLst>
            </a:cu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553200" y="2926326"/>
              <a:ext cx="609600" cy="1538748"/>
            </a:xfrm>
            <a:custGeom>
              <a:avLst/>
              <a:gdLst>
                <a:gd name="connsiteX0" fmla="*/ 0 w 609600"/>
                <a:gd name="connsiteY0" fmla="*/ 0 h 1066800"/>
                <a:gd name="connsiteX1" fmla="*/ 609600 w 609600"/>
                <a:gd name="connsiteY1" fmla="*/ 0 h 1066800"/>
                <a:gd name="connsiteX2" fmla="*/ 609600 w 609600"/>
                <a:gd name="connsiteY2" fmla="*/ 1066800 h 1066800"/>
                <a:gd name="connsiteX3" fmla="*/ 0 w 609600"/>
                <a:gd name="connsiteY3" fmla="*/ 1066800 h 1066800"/>
                <a:gd name="connsiteX4" fmla="*/ 0 w 609600"/>
                <a:gd name="connsiteY4" fmla="*/ 0 h 1066800"/>
                <a:gd name="connsiteX0" fmla="*/ 0 w 609600"/>
                <a:gd name="connsiteY0" fmla="*/ 0 h 1302774"/>
                <a:gd name="connsiteX1" fmla="*/ 609600 w 609600"/>
                <a:gd name="connsiteY1" fmla="*/ 235974 h 1302774"/>
                <a:gd name="connsiteX2" fmla="*/ 609600 w 609600"/>
                <a:gd name="connsiteY2" fmla="*/ 1302774 h 1302774"/>
                <a:gd name="connsiteX3" fmla="*/ 0 w 609600"/>
                <a:gd name="connsiteY3" fmla="*/ 1302774 h 1302774"/>
                <a:gd name="connsiteX4" fmla="*/ 0 w 609600"/>
                <a:gd name="connsiteY4" fmla="*/ 0 h 1302774"/>
                <a:gd name="connsiteX0" fmla="*/ 0 w 609600"/>
                <a:gd name="connsiteY0" fmla="*/ 0 h 1538748"/>
                <a:gd name="connsiteX1" fmla="*/ 609600 w 609600"/>
                <a:gd name="connsiteY1" fmla="*/ 235974 h 1538748"/>
                <a:gd name="connsiteX2" fmla="*/ 609600 w 609600"/>
                <a:gd name="connsiteY2" fmla="*/ 1302774 h 1538748"/>
                <a:gd name="connsiteX3" fmla="*/ 0 w 609600"/>
                <a:gd name="connsiteY3" fmla="*/ 1538748 h 1538748"/>
                <a:gd name="connsiteX4" fmla="*/ 0 w 609600"/>
                <a:gd name="connsiteY4" fmla="*/ 0 h 1538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" h="1538748">
                  <a:moveTo>
                    <a:pt x="0" y="0"/>
                  </a:moveTo>
                  <a:lnTo>
                    <a:pt x="609600" y="235974"/>
                  </a:lnTo>
                  <a:lnTo>
                    <a:pt x="609600" y="1302774"/>
                  </a:lnTo>
                  <a:lnTo>
                    <a:pt x="0" y="15387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U-Turn Arrow 7"/>
            <p:cNvSpPr/>
            <p:nvPr/>
          </p:nvSpPr>
          <p:spPr>
            <a:xfrm>
              <a:off x="3352800" y="1866900"/>
              <a:ext cx="2514600" cy="2095500"/>
            </a:xfrm>
            <a:prstGeom prst="uturnArrow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U-Turn Arrow 8"/>
            <p:cNvSpPr/>
            <p:nvPr/>
          </p:nvSpPr>
          <p:spPr>
            <a:xfrm rot="10800000">
              <a:off x="3124201" y="3505200"/>
              <a:ext cx="2514600" cy="2095500"/>
            </a:xfrm>
            <a:prstGeom prst="uturnArrow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609600" y="3123587"/>
              <a:ext cx="1600200" cy="1144227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86000" y="3124200"/>
              <a:ext cx="2133600" cy="890435"/>
              <a:chOff x="2819400" y="252565"/>
              <a:chExt cx="2590800" cy="1104900"/>
            </a:xfrm>
            <a:solidFill>
              <a:srgbClr val="66FF99"/>
            </a:solidFill>
          </p:grpSpPr>
          <p:sp>
            <p:nvSpPr>
              <p:cNvPr id="13" name="Flowchart: Document 12"/>
              <p:cNvSpPr/>
              <p:nvPr/>
            </p:nvSpPr>
            <p:spPr>
              <a:xfrm rot="5400000">
                <a:off x="2867025" y="204940"/>
                <a:ext cx="1104900" cy="12001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Document 13"/>
              <p:cNvSpPr/>
              <p:nvPr/>
            </p:nvSpPr>
            <p:spPr>
              <a:xfrm rot="16200000">
                <a:off x="4162425" y="109690"/>
                <a:ext cx="1104900" cy="13906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599147" y="3461877"/>
              <a:ext cx="2133600" cy="890435"/>
              <a:chOff x="2819400" y="252565"/>
              <a:chExt cx="2590800" cy="1104900"/>
            </a:xfrm>
            <a:solidFill>
              <a:srgbClr val="66FF99"/>
            </a:solidFill>
          </p:grpSpPr>
          <p:sp>
            <p:nvSpPr>
              <p:cNvPr id="17" name="Flowchart: Document 16"/>
              <p:cNvSpPr/>
              <p:nvPr/>
            </p:nvSpPr>
            <p:spPr>
              <a:xfrm rot="5400000">
                <a:off x="2867025" y="204940"/>
                <a:ext cx="1104900" cy="12001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Document 17"/>
              <p:cNvSpPr/>
              <p:nvPr/>
            </p:nvSpPr>
            <p:spPr>
              <a:xfrm rot="16200000">
                <a:off x="4162425" y="109690"/>
                <a:ext cx="1104900" cy="1390650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ight Arrow 10"/>
            <p:cNvSpPr/>
            <p:nvPr/>
          </p:nvSpPr>
          <p:spPr>
            <a:xfrm>
              <a:off x="6781800" y="3123587"/>
              <a:ext cx="1600200" cy="1144227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3337560" y="3124200"/>
              <a:ext cx="5486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093326" y="4352312"/>
              <a:ext cx="54864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621890" y="3511034"/>
              <a:ext cx="1150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Exec Entry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81800" y="3505200"/>
              <a:ext cx="997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Exec Exit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15460" y="3277211"/>
              <a:ext cx="15723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Competitor </a:t>
              </a:r>
            </a:p>
            <a:p>
              <a:r>
                <a:rPr lang="en-US" dirty="0" smtClean="0"/>
                <a:t>            Analysis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55789" y="3583928"/>
              <a:ext cx="17788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Stakeholder </a:t>
              </a:r>
            </a:p>
            <a:p>
              <a:r>
                <a:rPr lang="en-US" dirty="0" smtClean="0"/>
                <a:t>  Communication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43400" y="1924665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&amp;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 rot="2744190">
              <a:off x="4808542" y="2124231"/>
              <a:ext cx="8848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Scope </a:t>
              </a:r>
            </a:p>
            <a:p>
              <a:r>
                <a:rPr lang="en-US" dirty="0" smtClean="0"/>
                <a:t>Change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 rot="18662342">
              <a:off x="3323076" y="2071401"/>
              <a:ext cx="9375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Impact </a:t>
              </a:r>
            </a:p>
            <a:p>
              <a:r>
                <a:rPr lang="en-US" dirty="0" smtClean="0"/>
                <a:t>Analysis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 rot="2090061">
              <a:off x="3407275" y="4873432"/>
              <a:ext cx="10598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Continuous </a:t>
              </a:r>
            </a:p>
            <a:p>
              <a:r>
                <a:rPr lang="en-US" sz="1400" dirty="0" smtClean="0"/>
                <a:t>Monitoring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9498682">
              <a:off x="4607912" y="4850942"/>
              <a:ext cx="9991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/>
                <a:t>Change  </a:t>
              </a:r>
            </a:p>
            <a:p>
              <a:r>
                <a:rPr lang="en-US" sz="1400" dirty="0" smtClean="0"/>
                <a:t>Adaptation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64155" y="5230532"/>
              <a:ext cx="346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&amp;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20513096">
              <a:off x="2717959" y="3486305"/>
              <a:ext cx="35974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>
                  <a:solidFill>
                    <a:schemeClr val="bg1"/>
                  </a:solidFill>
                </a:rPr>
                <a:t>Execution &amp; Monitoring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/>
          </p:nvPr>
        </p:nvSpPr>
        <p:spPr>
          <a:xfrm>
            <a:off x="1409700" y="24581"/>
            <a:ext cx="73126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chemeClr val="bg2">
                    <a:lumMod val="90000"/>
                  </a:schemeClr>
                </a:solidFill>
                <a:latin typeface="Kristen ITC" pitchFamily="66" charset="0"/>
              </a:rPr>
              <a:t>Continuous Improvement</a:t>
            </a:r>
            <a:endParaRPr lang="en-US" sz="4400" dirty="0">
              <a:solidFill>
                <a:schemeClr val="bg2">
                  <a:lumMod val="90000"/>
                </a:schemeClr>
              </a:solidFill>
              <a:latin typeface="Kristen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69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95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38"/>
            <a:ext cx="9144000" cy="683096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4581"/>
            <a:ext cx="65125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6000" dirty="0" smtClean="0">
                <a:latin typeface="Gabriola" pitchFamily="82" charset="0"/>
              </a:rPr>
              <a:t>Stake Holder Delight</a:t>
            </a:r>
            <a:endParaRPr lang="en-US" sz="6000" dirty="0">
              <a:latin typeface="Gabriola" pitchFamily="82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76200" y="990600"/>
            <a:ext cx="4587386" cy="2963144"/>
            <a:chOff x="213214" y="1120878"/>
            <a:chExt cx="4587386" cy="2963144"/>
          </a:xfrm>
        </p:grpSpPr>
        <p:sp>
          <p:nvSpPr>
            <p:cNvPr id="26" name="Rectangle 25"/>
            <p:cNvSpPr/>
            <p:nvPr/>
          </p:nvSpPr>
          <p:spPr>
            <a:xfrm>
              <a:off x="533400" y="1128252"/>
              <a:ext cx="4191000" cy="2605548"/>
            </a:xfrm>
            <a:prstGeom prst="rect">
              <a:avLst/>
            </a:prstGeom>
            <a:gradFill flip="none" rotWithShape="1">
              <a:gsLst>
                <a:gs pos="0">
                  <a:srgbClr val="DDEBCF">
                    <a:alpha val="50000"/>
                  </a:srgbClr>
                </a:gs>
                <a:gs pos="52000">
                  <a:schemeClr val="accent3">
                    <a:lumMod val="60000"/>
                    <a:lumOff val="40000"/>
                  </a:schemeClr>
                </a:gs>
                <a:gs pos="30000">
                  <a:schemeClr val="accent5">
                    <a:lumMod val="60000"/>
                    <a:lumOff val="40000"/>
                  </a:schemeClr>
                </a:gs>
                <a:gs pos="100000">
                  <a:srgbClr val="156B13"/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>
              <a:stCxn id="26" idx="0"/>
              <a:endCxn id="26" idx="2"/>
            </p:cNvCxnSpPr>
            <p:nvPr/>
          </p:nvCxnSpPr>
          <p:spPr>
            <a:xfrm>
              <a:off x="2628900" y="1128252"/>
              <a:ext cx="0" cy="26055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26" idx="1"/>
            </p:cNvCxnSpPr>
            <p:nvPr/>
          </p:nvCxnSpPr>
          <p:spPr>
            <a:xfrm>
              <a:off x="533400" y="2431026"/>
              <a:ext cx="4191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31"/>
            <p:cNvSpPr/>
            <p:nvPr/>
          </p:nvSpPr>
          <p:spPr>
            <a:xfrm>
              <a:off x="533400" y="3733800"/>
              <a:ext cx="4191000" cy="3048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Interest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31648" y="1128252"/>
              <a:ext cx="301752" cy="260604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Power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3214" y="1120878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H</a:t>
              </a:r>
              <a:endParaRPr lang="en-US" sz="1600" b="1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74870" y="3743010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H</a:t>
              </a:r>
              <a:endParaRPr lang="en-US" sz="16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31648" y="34406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L</a:t>
              </a:r>
              <a:endParaRPr lang="en-US" sz="1600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57200" y="37454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L</a:t>
              </a:r>
              <a:endParaRPr lang="en-US" sz="1600" b="1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4554156" y="3897868"/>
            <a:ext cx="4587386" cy="2963144"/>
            <a:chOff x="213214" y="1120878"/>
            <a:chExt cx="4587386" cy="2963144"/>
          </a:xfrm>
        </p:grpSpPr>
        <p:sp>
          <p:nvSpPr>
            <p:cNvPr id="51" name="Rectangle 50"/>
            <p:cNvSpPr/>
            <p:nvPr/>
          </p:nvSpPr>
          <p:spPr>
            <a:xfrm>
              <a:off x="533400" y="1128252"/>
              <a:ext cx="4191000" cy="2605548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52000">
                  <a:schemeClr val="accent3">
                    <a:lumMod val="60000"/>
                    <a:lumOff val="40000"/>
                  </a:schemeClr>
                </a:gs>
                <a:gs pos="24000">
                  <a:schemeClr val="accent5">
                    <a:lumMod val="60000"/>
                    <a:lumOff val="40000"/>
                  </a:schemeClr>
                </a:gs>
                <a:gs pos="100000">
                  <a:srgbClr val="156B13"/>
                </a:gs>
              </a:gsLst>
              <a:lin ang="54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>
              <a:stCxn id="51" idx="0"/>
              <a:endCxn id="51" idx="2"/>
            </p:cNvCxnSpPr>
            <p:nvPr/>
          </p:nvCxnSpPr>
          <p:spPr>
            <a:xfrm>
              <a:off x="2628900" y="1128252"/>
              <a:ext cx="0" cy="26055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51" idx="1"/>
            </p:cNvCxnSpPr>
            <p:nvPr/>
          </p:nvCxnSpPr>
          <p:spPr>
            <a:xfrm>
              <a:off x="533400" y="2431026"/>
              <a:ext cx="4191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533400" y="3733800"/>
              <a:ext cx="4191000" cy="30480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Interest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231648" y="1128252"/>
              <a:ext cx="301752" cy="2606040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Power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13214" y="1120878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H</a:t>
              </a:r>
              <a:endParaRPr lang="en-US" sz="1600" b="1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474870" y="3743010"/>
              <a:ext cx="325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H</a:t>
              </a:r>
              <a:endParaRPr lang="en-US" sz="1600" b="1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31648" y="34406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L</a:t>
              </a:r>
              <a:endParaRPr lang="en-US" sz="1600" b="1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57200" y="3745468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/>
                <a:t>L</a:t>
              </a:r>
              <a:endParaRPr lang="en-US" sz="1600" b="1" dirty="0"/>
            </a:p>
          </p:txBody>
        </p:sp>
      </p:grpSp>
      <p:sp>
        <p:nvSpPr>
          <p:cNvPr id="60" name="TextBox 59"/>
          <p:cNvSpPr txBox="1"/>
          <p:nvPr/>
        </p:nvSpPr>
        <p:spPr>
          <a:xfrm>
            <a:off x="2720776" y="2791770"/>
            <a:ext cx="16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Keep Informed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961345" y="2774564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Monitor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621124" y="1383268"/>
            <a:ext cx="164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Keep Satisfied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689903" y="1383268"/>
            <a:ext cx="1758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Manage Closely</a:t>
            </a:r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7970068" y="4869462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Book Antiqua" pitchFamily="18" charset="0"/>
              </a:rPr>
              <a:t>Negative</a:t>
            </a:r>
            <a:endParaRPr lang="en-US" sz="1600" dirty="0">
              <a:latin typeface="Book Antiqua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476243" y="5486400"/>
            <a:ext cx="119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Book Antiqua" pitchFamily="18" charset="0"/>
              </a:rPr>
              <a:t>Supportive</a:t>
            </a:r>
            <a:endParaRPr lang="en-US" dirty="0">
              <a:latin typeface="Book Antiqua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40670" y="4053877"/>
            <a:ext cx="1863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ook Antiqua" pitchFamily="18" charset="0"/>
              </a:rPr>
              <a:t>Influential</a:t>
            </a:r>
            <a:endParaRPr lang="en-US" dirty="0">
              <a:latin typeface="Book Antiqua" pitchFamily="18" charset="0"/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449687" y="4165539"/>
            <a:ext cx="3741313" cy="2159061"/>
            <a:chOff x="5074499" y="1191502"/>
            <a:chExt cx="3741313" cy="2159061"/>
          </a:xfrm>
        </p:grpSpPr>
        <p:sp>
          <p:nvSpPr>
            <p:cNvPr id="68" name="Cloud 67"/>
            <p:cNvSpPr/>
            <p:nvPr/>
          </p:nvSpPr>
          <p:spPr>
            <a:xfrm>
              <a:off x="5074499" y="1191502"/>
              <a:ext cx="3741313" cy="2118888"/>
            </a:xfrm>
            <a:prstGeom prst="cloud">
              <a:avLst/>
            </a:prstGeom>
            <a:solidFill>
              <a:schemeClr val="bg2">
                <a:lumMod val="75000"/>
                <a:alpha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442331" y="1401003"/>
              <a:ext cx="1863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Book Antiqua" pitchFamily="18" charset="0"/>
                </a:rPr>
                <a:t>Influential</a:t>
              </a:r>
              <a:endParaRPr lang="en-US" dirty="0">
                <a:latin typeface="Book Antiqua" pitchFamily="18" charset="0"/>
              </a:endParaRPr>
            </a:p>
          </p:txBody>
        </p:sp>
        <p:sp>
          <p:nvSpPr>
            <p:cNvPr id="70" name="Cloud 69"/>
            <p:cNvSpPr/>
            <p:nvPr/>
          </p:nvSpPr>
          <p:spPr>
            <a:xfrm rot="20024403">
              <a:off x="5128418" y="2021373"/>
              <a:ext cx="2142407" cy="1329190"/>
            </a:xfrm>
            <a:prstGeom prst="cloud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601540" y="2516691"/>
              <a:ext cx="1196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ook Antiqua" pitchFamily="18" charset="0"/>
                </a:rPr>
                <a:t>Supportive</a:t>
              </a:r>
              <a:endParaRPr lang="en-US" dirty="0">
                <a:latin typeface="Book Antiqua" pitchFamily="18" charset="0"/>
              </a:endParaRPr>
            </a:p>
          </p:txBody>
        </p:sp>
        <p:sp>
          <p:nvSpPr>
            <p:cNvPr id="72" name="Cloud 71"/>
            <p:cNvSpPr/>
            <p:nvPr/>
          </p:nvSpPr>
          <p:spPr>
            <a:xfrm rot="995005">
              <a:off x="6869186" y="1857510"/>
              <a:ext cx="1854431" cy="1112663"/>
            </a:xfrm>
            <a:custGeom>
              <a:avLst/>
              <a:gdLst>
                <a:gd name="connsiteX0" fmla="*/ 3900 w 43200"/>
                <a:gd name="connsiteY0" fmla="*/ 14370 h 43200"/>
                <a:gd name="connsiteX1" fmla="*/ 5623 w 43200"/>
                <a:gd name="connsiteY1" fmla="*/ 6907 h 43200"/>
                <a:gd name="connsiteX2" fmla="*/ 14005 w 43200"/>
                <a:gd name="connsiteY2" fmla="*/ 5202 h 43200"/>
                <a:gd name="connsiteX3" fmla="*/ 22456 w 43200"/>
                <a:gd name="connsiteY3" fmla="*/ 3432 h 43200"/>
                <a:gd name="connsiteX4" fmla="*/ 25749 w 43200"/>
                <a:gd name="connsiteY4" fmla="*/ 200 h 43200"/>
                <a:gd name="connsiteX5" fmla="*/ 29833 w 43200"/>
                <a:gd name="connsiteY5" fmla="*/ 2481 h 43200"/>
                <a:gd name="connsiteX6" fmla="*/ 35463 w 43200"/>
                <a:gd name="connsiteY6" fmla="*/ 690 h 43200"/>
                <a:gd name="connsiteX7" fmla="*/ 38318 w 43200"/>
                <a:gd name="connsiteY7" fmla="*/ 5576 h 43200"/>
                <a:gd name="connsiteX8" fmla="*/ 41982 w 43200"/>
                <a:gd name="connsiteY8" fmla="*/ 10318 h 43200"/>
                <a:gd name="connsiteX9" fmla="*/ 41818 w 43200"/>
                <a:gd name="connsiteY9" fmla="*/ 15460 h 43200"/>
                <a:gd name="connsiteX10" fmla="*/ 43016 w 43200"/>
                <a:gd name="connsiteY10" fmla="*/ 23322 h 43200"/>
                <a:gd name="connsiteX11" fmla="*/ 37404 w 43200"/>
                <a:gd name="connsiteY11" fmla="*/ 30204 h 43200"/>
                <a:gd name="connsiteX12" fmla="*/ 35395 w 43200"/>
                <a:gd name="connsiteY12" fmla="*/ 36101 h 43200"/>
                <a:gd name="connsiteX13" fmla="*/ 28555 w 43200"/>
                <a:gd name="connsiteY13" fmla="*/ 36815 h 43200"/>
                <a:gd name="connsiteX14" fmla="*/ 23667 w 43200"/>
                <a:gd name="connsiteY14" fmla="*/ 43106 h 43200"/>
                <a:gd name="connsiteX15" fmla="*/ 16480 w 43200"/>
                <a:gd name="connsiteY15" fmla="*/ 39266 h 43200"/>
                <a:gd name="connsiteX16" fmla="*/ 5804 w 43200"/>
                <a:gd name="connsiteY16" fmla="*/ 35472 h 43200"/>
                <a:gd name="connsiteX17" fmla="*/ 1110 w 43200"/>
                <a:gd name="connsiteY17" fmla="*/ 31250 h 43200"/>
                <a:gd name="connsiteX18" fmla="*/ 2113 w 43200"/>
                <a:gd name="connsiteY18" fmla="*/ 25551 h 43200"/>
                <a:gd name="connsiteX19" fmla="*/ -5 w 43200"/>
                <a:gd name="connsiteY19" fmla="*/ 19704 h 43200"/>
                <a:gd name="connsiteX20" fmla="*/ 3863 w 43200"/>
                <a:gd name="connsiteY20" fmla="*/ 14507 h 43200"/>
                <a:gd name="connsiteX21" fmla="*/ 3900 w 43200"/>
                <a:gd name="connsiteY21" fmla="*/ 14370 h 43200"/>
                <a:gd name="connsiteX0" fmla="*/ 4693 w 43200"/>
                <a:gd name="connsiteY0" fmla="*/ 26177 h 43200"/>
                <a:gd name="connsiteX1" fmla="*/ 2160 w 43200"/>
                <a:gd name="connsiteY1" fmla="*/ 25380 h 43200"/>
                <a:gd name="connsiteX2" fmla="*/ 6928 w 43200"/>
                <a:gd name="connsiteY2" fmla="*/ 34899 h 43200"/>
                <a:gd name="connsiteX3" fmla="*/ 5820 w 43200"/>
                <a:gd name="connsiteY3" fmla="*/ 35280 h 43200"/>
                <a:gd name="connsiteX4" fmla="*/ 16478 w 43200"/>
                <a:gd name="connsiteY4" fmla="*/ 39090 h 43200"/>
                <a:gd name="connsiteX5" fmla="*/ 15810 w 43200"/>
                <a:gd name="connsiteY5" fmla="*/ 37350 h 43200"/>
                <a:gd name="connsiteX6" fmla="*/ 28827 w 43200"/>
                <a:gd name="connsiteY6" fmla="*/ 34751 h 43200"/>
                <a:gd name="connsiteX7" fmla="*/ 28560 w 43200"/>
                <a:gd name="connsiteY7" fmla="*/ 36660 h 43200"/>
                <a:gd name="connsiteX8" fmla="*/ 34129 w 43200"/>
                <a:gd name="connsiteY8" fmla="*/ 22954 h 43200"/>
                <a:gd name="connsiteX9" fmla="*/ 37380 w 43200"/>
                <a:gd name="connsiteY9" fmla="*/ 30090 h 43200"/>
                <a:gd name="connsiteX10" fmla="*/ 41798 w 43200"/>
                <a:gd name="connsiteY10" fmla="*/ 15354 h 43200"/>
                <a:gd name="connsiteX11" fmla="*/ 40350 w 43200"/>
                <a:gd name="connsiteY11" fmla="*/ 18030 h 43200"/>
                <a:gd name="connsiteX12" fmla="*/ 38324 w 43200"/>
                <a:gd name="connsiteY12" fmla="*/ 5426 h 43200"/>
                <a:gd name="connsiteX13" fmla="*/ 38400 w 43200"/>
                <a:gd name="connsiteY13" fmla="*/ 6690 h 43200"/>
                <a:gd name="connsiteX14" fmla="*/ 29078 w 43200"/>
                <a:gd name="connsiteY14" fmla="*/ 3952 h 43200"/>
                <a:gd name="connsiteX15" fmla="*/ 29820 w 43200"/>
                <a:gd name="connsiteY15" fmla="*/ 2340 h 43200"/>
                <a:gd name="connsiteX16" fmla="*/ 22141 w 43200"/>
                <a:gd name="connsiteY16" fmla="*/ 4720 h 43200"/>
                <a:gd name="connsiteX17" fmla="*/ 22500 w 43200"/>
                <a:gd name="connsiteY17" fmla="*/ 3330 h 43200"/>
                <a:gd name="connsiteX18" fmla="*/ 14000 w 43200"/>
                <a:gd name="connsiteY18" fmla="*/ 5192 h 43200"/>
                <a:gd name="connsiteX19" fmla="*/ 15300 w 43200"/>
                <a:gd name="connsiteY19" fmla="*/ 6540 h 43200"/>
                <a:gd name="connsiteX20" fmla="*/ 4127 w 43200"/>
                <a:gd name="connsiteY20" fmla="*/ 15789 h 43200"/>
                <a:gd name="connsiteX21" fmla="*/ 3900 w 43200"/>
                <a:gd name="connsiteY21" fmla="*/ 14370 h 43200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4163 w 43256"/>
                <a:gd name="connsiteY20" fmla="*/ 15648 h 43219"/>
                <a:gd name="connsiteX21" fmla="*/ 7628 w 43256"/>
                <a:gd name="connsiteY21" fmla="*/ 14821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5336 w 43256"/>
                <a:gd name="connsiteY19" fmla="*/ 6399 h 43219"/>
                <a:gd name="connsiteX20" fmla="*/ 5852 w 43256"/>
                <a:gd name="connsiteY20" fmla="*/ 19961 h 43219"/>
                <a:gd name="connsiteX21" fmla="*/ 7628 w 43256"/>
                <a:gd name="connsiteY21" fmla="*/ 14821 h 43219"/>
                <a:gd name="connsiteX0" fmla="*/ 3936 w 43256"/>
                <a:gd name="connsiteY0" fmla="*/ 14229 h 43219"/>
                <a:gd name="connsiteX1" fmla="*/ 5659 w 43256"/>
                <a:gd name="connsiteY1" fmla="*/ 6766 h 43219"/>
                <a:gd name="connsiteX2" fmla="*/ 14041 w 43256"/>
                <a:gd name="connsiteY2" fmla="*/ 5061 h 43219"/>
                <a:gd name="connsiteX3" fmla="*/ 22492 w 43256"/>
                <a:gd name="connsiteY3" fmla="*/ 3291 h 43219"/>
                <a:gd name="connsiteX4" fmla="*/ 25785 w 43256"/>
                <a:gd name="connsiteY4" fmla="*/ 59 h 43219"/>
                <a:gd name="connsiteX5" fmla="*/ 29869 w 43256"/>
                <a:gd name="connsiteY5" fmla="*/ 2340 h 43219"/>
                <a:gd name="connsiteX6" fmla="*/ 35499 w 43256"/>
                <a:gd name="connsiteY6" fmla="*/ 549 h 43219"/>
                <a:gd name="connsiteX7" fmla="*/ 38354 w 43256"/>
                <a:gd name="connsiteY7" fmla="*/ 5435 h 43219"/>
                <a:gd name="connsiteX8" fmla="*/ 42018 w 43256"/>
                <a:gd name="connsiteY8" fmla="*/ 10177 h 43219"/>
                <a:gd name="connsiteX9" fmla="*/ 41854 w 43256"/>
                <a:gd name="connsiteY9" fmla="*/ 15319 h 43219"/>
                <a:gd name="connsiteX10" fmla="*/ 43052 w 43256"/>
                <a:gd name="connsiteY10" fmla="*/ 23181 h 43219"/>
                <a:gd name="connsiteX11" fmla="*/ 37440 w 43256"/>
                <a:gd name="connsiteY11" fmla="*/ 30063 h 43219"/>
                <a:gd name="connsiteX12" fmla="*/ 35431 w 43256"/>
                <a:gd name="connsiteY12" fmla="*/ 35960 h 43219"/>
                <a:gd name="connsiteX13" fmla="*/ 28591 w 43256"/>
                <a:gd name="connsiteY13" fmla="*/ 36674 h 43219"/>
                <a:gd name="connsiteX14" fmla="*/ 23703 w 43256"/>
                <a:gd name="connsiteY14" fmla="*/ 42965 h 43219"/>
                <a:gd name="connsiteX15" fmla="*/ 16516 w 43256"/>
                <a:gd name="connsiteY15" fmla="*/ 39125 h 43219"/>
                <a:gd name="connsiteX16" fmla="*/ 5840 w 43256"/>
                <a:gd name="connsiteY16" fmla="*/ 35331 h 43219"/>
                <a:gd name="connsiteX17" fmla="*/ 1146 w 43256"/>
                <a:gd name="connsiteY17" fmla="*/ 31109 h 43219"/>
                <a:gd name="connsiteX18" fmla="*/ 2149 w 43256"/>
                <a:gd name="connsiteY18" fmla="*/ 25410 h 43219"/>
                <a:gd name="connsiteX19" fmla="*/ 31 w 43256"/>
                <a:gd name="connsiteY19" fmla="*/ 19563 h 43219"/>
                <a:gd name="connsiteX20" fmla="*/ 3899 w 43256"/>
                <a:gd name="connsiteY20" fmla="*/ 14366 h 43219"/>
                <a:gd name="connsiteX21" fmla="*/ 3936 w 43256"/>
                <a:gd name="connsiteY21" fmla="*/ 14229 h 43219"/>
                <a:gd name="connsiteX0" fmla="*/ 4729 w 43256"/>
                <a:gd name="connsiteY0" fmla="*/ 26036 h 43219"/>
                <a:gd name="connsiteX1" fmla="*/ 2196 w 43256"/>
                <a:gd name="connsiteY1" fmla="*/ 25239 h 43219"/>
                <a:gd name="connsiteX2" fmla="*/ 6964 w 43256"/>
                <a:gd name="connsiteY2" fmla="*/ 34758 h 43219"/>
                <a:gd name="connsiteX3" fmla="*/ 5856 w 43256"/>
                <a:gd name="connsiteY3" fmla="*/ 35139 h 43219"/>
                <a:gd name="connsiteX4" fmla="*/ 16514 w 43256"/>
                <a:gd name="connsiteY4" fmla="*/ 38949 h 43219"/>
                <a:gd name="connsiteX5" fmla="*/ 15846 w 43256"/>
                <a:gd name="connsiteY5" fmla="*/ 37209 h 43219"/>
                <a:gd name="connsiteX6" fmla="*/ 28863 w 43256"/>
                <a:gd name="connsiteY6" fmla="*/ 34610 h 43219"/>
                <a:gd name="connsiteX7" fmla="*/ 28596 w 43256"/>
                <a:gd name="connsiteY7" fmla="*/ 36519 h 43219"/>
                <a:gd name="connsiteX8" fmla="*/ 34165 w 43256"/>
                <a:gd name="connsiteY8" fmla="*/ 22813 h 43219"/>
                <a:gd name="connsiteX9" fmla="*/ 37416 w 43256"/>
                <a:gd name="connsiteY9" fmla="*/ 29949 h 43219"/>
                <a:gd name="connsiteX10" fmla="*/ 41834 w 43256"/>
                <a:gd name="connsiteY10" fmla="*/ 15213 h 43219"/>
                <a:gd name="connsiteX11" fmla="*/ 40386 w 43256"/>
                <a:gd name="connsiteY11" fmla="*/ 17889 h 43219"/>
                <a:gd name="connsiteX12" fmla="*/ 38360 w 43256"/>
                <a:gd name="connsiteY12" fmla="*/ 5285 h 43219"/>
                <a:gd name="connsiteX13" fmla="*/ 38436 w 43256"/>
                <a:gd name="connsiteY13" fmla="*/ 6549 h 43219"/>
                <a:gd name="connsiteX14" fmla="*/ 29114 w 43256"/>
                <a:gd name="connsiteY14" fmla="*/ 3811 h 43219"/>
                <a:gd name="connsiteX15" fmla="*/ 29856 w 43256"/>
                <a:gd name="connsiteY15" fmla="*/ 2199 h 43219"/>
                <a:gd name="connsiteX16" fmla="*/ 22177 w 43256"/>
                <a:gd name="connsiteY16" fmla="*/ 4579 h 43219"/>
                <a:gd name="connsiteX17" fmla="*/ 22536 w 43256"/>
                <a:gd name="connsiteY17" fmla="*/ 3189 h 43219"/>
                <a:gd name="connsiteX18" fmla="*/ 14036 w 43256"/>
                <a:gd name="connsiteY18" fmla="*/ 5051 h 43219"/>
                <a:gd name="connsiteX19" fmla="*/ 17179 w 43256"/>
                <a:gd name="connsiteY19" fmla="*/ 11105 h 43219"/>
                <a:gd name="connsiteX20" fmla="*/ 5852 w 43256"/>
                <a:gd name="connsiteY20" fmla="*/ 19961 h 43219"/>
                <a:gd name="connsiteX21" fmla="*/ 7628 w 43256"/>
                <a:gd name="connsiteY21" fmla="*/ 14821 h 43219"/>
                <a:gd name="connsiteX0" fmla="*/ 3936 w 43256"/>
                <a:gd name="connsiteY0" fmla="*/ 14229 h 40633"/>
                <a:gd name="connsiteX1" fmla="*/ 5659 w 43256"/>
                <a:gd name="connsiteY1" fmla="*/ 6766 h 40633"/>
                <a:gd name="connsiteX2" fmla="*/ 14041 w 43256"/>
                <a:gd name="connsiteY2" fmla="*/ 5061 h 40633"/>
                <a:gd name="connsiteX3" fmla="*/ 22492 w 43256"/>
                <a:gd name="connsiteY3" fmla="*/ 3291 h 40633"/>
                <a:gd name="connsiteX4" fmla="*/ 25785 w 43256"/>
                <a:gd name="connsiteY4" fmla="*/ 59 h 40633"/>
                <a:gd name="connsiteX5" fmla="*/ 29869 w 43256"/>
                <a:gd name="connsiteY5" fmla="*/ 2340 h 40633"/>
                <a:gd name="connsiteX6" fmla="*/ 35499 w 43256"/>
                <a:gd name="connsiteY6" fmla="*/ 549 h 40633"/>
                <a:gd name="connsiteX7" fmla="*/ 38354 w 43256"/>
                <a:gd name="connsiteY7" fmla="*/ 5435 h 40633"/>
                <a:gd name="connsiteX8" fmla="*/ 42018 w 43256"/>
                <a:gd name="connsiteY8" fmla="*/ 10177 h 40633"/>
                <a:gd name="connsiteX9" fmla="*/ 41854 w 43256"/>
                <a:gd name="connsiteY9" fmla="*/ 15319 h 40633"/>
                <a:gd name="connsiteX10" fmla="*/ 43052 w 43256"/>
                <a:gd name="connsiteY10" fmla="*/ 23181 h 40633"/>
                <a:gd name="connsiteX11" fmla="*/ 37440 w 43256"/>
                <a:gd name="connsiteY11" fmla="*/ 30063 h 40633"/>
                <a:gd name="connsiteX12" fmla="*/ 35431 w 43256"/>
                <a:gd name="connsiteY12" fmla="*/ 35960 h 40633"/>
                <a:gd name="connsiteX13" fmla="*/ 28591 w 43256"/>
                <a:gd name="connsiteY13" fmla="*/ 36674 h 40633"/>
                <a:gd name="connsiteX14" fmla="*/ 24015 w 43256"/>
                <a:gd name="connsiteY14" fmla="*/ 37870 h 40633"/>
                <a:gd name="connsiteX15" fmla="*/ 16516 w 43256"/>
                <a:gd name="connsiteY15" fmla="*/ 39125 h 40633"/>
                <a:gd name="connsiteX16" fmla="*/ 5840 w 43256"/>
                <a:gd name="connsiteY16" fmla="*/ 35331 h 40633"/>
                <a:gd name="connsiteX17" fmla="*/ 1146 w 43256"/>
                <a:gd name="connsiteY17" fmla="*/ 31109 h 40633"/>
                <a:gd name="connsiteX18" fmla="*/ 2149 w 43256"/>
                <a:gd name="connsiteY18" fmla="*/ 25410 h 40633"/>
                <a:gd name="connsiteX19" fmla="*/ 31 w 43256"/>
                <a:gd name="connsiteY19" fmla="*/ 19563 h 40633"/>
                <a:gd name="connsiteX20" fmla="*/ 3899 w 43256"/>
                <a:gd name="connsiteY20" fmla="*/ 14366 h 40633"/>
                <a:gd name="connsiteX21" fmla="*/ 3936 w 43256"/>
                <a:gd name="connsiteY21" fmla="*/ 14229 h 40633"/>
                <a:gd name="connsiteX0" fmla="*/ 4729 w 43256"/>
                <a:gd name="connsiteY0" fmla="*/ 26036 h 40633"/>
                <a:gd name="connsiteX1" fmla="*/ 2196 w 43256"/>
                <a:gd name="connsiteY1" fmla="*/ 25239 h 40633"/>
                <a:gd name="connsiteX2" fmla="*/ 6964 w 43256"/>
                <a:gd name="connsiteY2" fmla="*/ 34758 h 40633"/>
                <a:gd name="connsiteX3" fmla="*/ 5856 w 43256"/>
                <a:gd name="connsiteY3" fmla="*/ 35139 h 40633"/>
                <a:gd name="connsiteX4" fmla="*/ 16514 w 43256"/>
                <a:gd name="connsiteY4" fmla="*/ 38949 h 40633"/>
                <a:gd name="connsiteX5" fmla="*/ 15846 w 43256"/>
                <a:gd name="connsiteY5" fmla="*/ 37209 h 40633"/>
                <a:gd name="connsiteX6" fmla="*/ 28863 w 43256"/>
                <a:gd name="connsiteY6" fmla="*/ 34610 h 40633"/>
                <a:gd name="connsiteX7" fmla="*/ 28596 w 43256"/>
                <a:gd name="connsiteY7" fmla="*/ 36519 h 40633"/>
                <a:gd name="connsiteX8" fmla="*/ 34165 w 43256"/>
                <a:gd name="connsiteY8" fmla="*/ 22813 h 40633"/>
                <a:gd name="connsiteX9" fmla="*/ 37416 w 43256"/>
                <a:gd name="connsiteY9" fmla="*/ 29949 h 40633"/>
                <a:gd name="connsiteX10" fmla="*/ 41834 w 43256"/>
                <a:gd name="connsiteY10" fmla="*/ 15213 h 40633"/>
                <a:gd name="connsiteX11" fmla="*/ 40386 w 43256"/>
                <a:gd name="connsiteY11" fmla="*/ 17889 h 40633"/>
                <a:gd name="connsiteX12" fmla="*/ 38360 w 43256"/>
                <a:gd name="connsiteY12" fmla="*/ 5285 h 40633"/>
                <a:gd name="connsiteX13" fmla="*/ 38436 w 43256"/>
                <a:gd name="connsiteY13" fmla="*/ 6549 h 40633"/>
                <a:gd name="connsiteX14" fmla="*/ 29114 w 43256"/>
                <a:gd name="connsiteY14" fmla="*/ 3811 h 40633"/>
                <a:gd name="connsiteX15" fmla="*/ 29856 w 43256"/>
                <a:gd name="connsiteY15" fmla="*/ 2199 h 40633"/>
                <a:gd name="connsiteX16" fmla="*/ 22177 w 43256"/>
                <a:gd name="connsiteY16" fmla="*/ 4579 h 40633"/>
                <a:gd name="connsiteX17" fmla="*/ 22536 w 43256"/>
                <a:gd name="connsiteY17" fmla="*/ 3189 h 40633"/>
                <a:gd name="connsiteX18" fmla="*/ 14036 w 43256"/>
                <a:gd name="connsiteY18" fmla="*/ 5051 h 40633"/>
                <a:gd name="connsiteX19" fmla="*/ 17179 w 43256"/>
                <a:gd name="connsiteY19" fmla="*/ 11105 h 40633"/>
                <a:gd name="connsiteX20" fmla="*/ 5852 w 43256"/>
                <a:gd name="connsiteY20" fmla="*/ 19961 h 40633"/>
                <a:gd name="connsiteX21" fmla="*/ 7628 w 43256"/>
                <a:gd name="connsiteY21" fmla="*/ 14821 h 40633"/>
                <a:gd name="connsiteX0" fmla="*/ 3936 w 43256"/>
                <a:gd name="connsiteY0" fmla="*/ 14229 h 40633"/>
                <a:gd name="connsiteX1" fmla="*/ 5659 w 43256"/>
                <a:gd name="connsiteY1" fmla="*/ 6766 h 40633"/>
                <a:gd name="connsiteX2" fmla="*/ 14041 w 43256"/>
                <a:gd name="connsiteY2" fmla="*/ 5061 h 40633"/>
                <a:gd name="connsiteX3" fmla="*/ 22492 w 43256"/>
                <a:gd name="connsiteY3" fmla="*/ 3291 h 40633"/>
                <a:gd name="connsiteX4" fmla="*/ 25785 w 43256"/>
                <a:gd name="connsiteY4" fmla="*/ 59 h 40633"/>
                <a:gd name="connsiteX5" fmla="*/ 29869 w 43256"/>
                <a:gd name="connsiteY5" fmla="*/ 2340 h 40633"/>
                <a:gd name="connsiteX6" fmla="*/ 35499 w 43256"/>
                <a:gd name="connsiteY6" fmla="*/ 549 h 40633"/>
                <a:gd name="connsiteX7" fmla="*/ 38354 w 43256"/>
                <a:gd name="connsiteY7" fmla="*/ 5435 h 40633"/>
                <a:gd name="connsiteX8" fmla="*/ 42018 w 43256"/>
                <a:gd name="connsiteY8" fmla="*/ 10177 h 40633"/>
                <a:gd name="connsiteX9" fmla="*/ 41854 w 43256"/>
                <a:gd name="connsiteY9" fmla="*/ 15319 h 40633"/>
                <a:gd name="connsiteX10" fmla="*/ 43052 w 43256"/>
                <a:gd name="connsiteY10" fmla="*/ 23181 h 40633"/>
                <a:gd name="connsiteX11" fmla="*/ 37440 w 43256"/>
                <a:gd name="connsiteY11" fmla="*/ 30063 h 40633"/>
                <a:gd name="connsiteX12" fmla="*/ 35431 w 43256"/>
                <a:gd name="connsiteY12" fmla="*/ 35960 h 40633"/>
                <a:gd name="connsiteX13" fmla="*/ 28591 w 43256"/>
                <a:gd name="connsiteY13" fmla="*/ 36674 h 40633"/>
                <a:gd name="connsiteX14" fmla="*/ 24015 w 43256"/>
                <a:gd name="connsiteY14" fmla="*/ 37870 h 40633"/>
                <a:gd name="connsiteX15" fmla="*/ 16516 w 43256"/>
                <a:gd name="connsiteY15" fmla="*/ 39125 h 40633"/>
                <a:gd name="connsiteX16" fmla="*/ 5840 w 43256"/>
                <a:gd name="connsiteY16" fmla="*/ 35331 h 40633"/>
                <a:gd name="connsiteX17" fmla="*/ 1146 w 43256"/>
                <a:gd name="connsiteY17" fmla="*/ 31109 h 40633"/>
                <a:gd name="connsiteX18" fmla="*/ 2149 w 43256"/>
                <a:gd name="connsiteY18" fmla="*/ 25410 h 40633"/>
                <a:gd name="connsiteX19" fmla="*/ 31 w 43256"/>
                <a:gd name="connsiteY19" fmla="*/ 19563 h 40633"/>
                <a:gd name="connsiteX20" fmla="*/ 3899 w 43256"/>
                <a:gd name="connsiteY20" fmla="*/ 14366 h 40633"/>
                <a:gd name="connsiteX21" fmla="*/ 3936 w 43256"/>
                <a:gd name="connsiteY21" fmla="*/ 14229 h 40633"/>
                <a:gd name="connsiteX0" fmla="*/ 4729 w 43256"/>
                <a:gd name="connsiteY0" fmla="*/ 26036 h 40633"/>
                <a:gd name="connsiteX1" fmla="*/ 2196 w 43256"/>
                <a:gd name="connsiteY1" fmla="*/ 25239 h 40633"/>
                <a:gd name="connsiteX2" fmla="*/ 6964 w 43256"/>
                <a:gd name="connsiteY2" fmla="*/ 34758 h 40633"/>
                <a:gd name="connsiteX3" fmla="*/ 5856 w 43256"/>
                <a:gd name="connsiteY3" fmla="*/ 35139 h 40633"/>
                <a:gd name="connsiteX4" fmla="*/ 16514 w 43256"/>
                <a:gd name="connsiteY4" fmla="*/ 38949 h 40633"/>
                <a:gd name="connsiteX5" fmla="*/ 15846 w 43256"/>
                <a:gd name="connsiteY5" fmla="*/ 37209 h 40633"/>
                <a:gd name="connsiteX6" fmla="*/ 28863 w 43256"/>
                <a:gd name="connsiteY6" fmla="*/ 34610 h 40633"/>
                <a:gd name="connsiteX7" fmla="*/ 28596 w 43256"/>
                <a:gd name="connsiteY7" fmla="*/ 36519 h 40633"/>
                <a:gd name="connsiteX8" fmla="*/ 34165 w 43256"/>
                <a:gd name="connsiteY8" fmla="*/ 22813 h 40633"/>
                <a:gd name="connsiteX9" fmla="*/ 30494 w 43256"/>
                <a:gd name="connsiteY9" fmla="*/ 28961 h 40633"/>
                <a:gd name="connsiteX10" fmla="*/ 41834 w 43256"/>
                <a:gd name="connsiteY10" fmla="*/ 15213 h 40633"/>
                <a:gd name="connsiteX11" fmla="*/ 40386 w 43256"/>
                <a:gd name="connsiteY11" fmla="*/ 17889 h 40633"/>
                <a:gd name="connsiteX12" fmla="*/ 38360 w 43256"/>
                <a:gd name="connsiteY12" fmla="*/ 5285 h 40633"/>
                <a:gd name="connsiteX13" fmla="*/ 38436 w 43256"/>
                <a:gd name="connsiteY13" fmla="*/ 6549 h 40633"/>
                <a:gd name="connsiteX14" fmla="*/ 29114 w 43256"/>
                <a:gd name="connsiteY14" fmla="*/ 3811 h 40633"/>
                <a:gd name="connsiteX15" fmla="*/ 29856 w 43256"/>
                <a:gd name="connsiteY15" fmla="*/ 2199 h 40633"/>
                <a:gd name="connsiteX16" fmla="*/ 22177 w 43256"/>
                <a:gd name="connsiteY16" fmla="*/ 4579 h 40633"/>
                <a:gd name="connsiteX17" fmla="*/ 22536 w 43256"/>
                <a:gd name="connsiteY17" fmla="*/ 3189 h 40633"/>
                <a:gd name="connsiteX18" fmla="*/ 14036 w 43256"/>
                <a:gd name="connsiteY18" fmla="*/ 5051 h 40633"/>
                <a:gd name="connsiteX19" fmla="*/ 17179 w 43256"/>
                <a:gd name="connsiteY19" fmla="*/ 11105 h 40633"/>
                <a:gd name="connsiteX20" fmla="*/ 5852 w 43256"/>
                <a:gd name="connsiteY20" fmla="*/ 19961 h 40633"/>
                <a:gd name="connsiteX21" fmla="*/ 7628 w 43256"/>
                <a:gd name="connsiteY21" fmla="*/ 14821 h 40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3256" h="40633">
                  <a:moveTo>
                    <a:pt x="3936" y="14229"/>
                  </a:moveTo>
                  <a:cubicBezTo>
                    <a:pt x="3665" y="11516"/>
                    <a:pt x="4297" y="8780"/>
                    <a:pt x="5659" y="6766"/>
                  </a:cubicBezTo>
                  <a:cubicBezTo>
                    <a:pt x="7811" y="3585"/>
                    <a:pt x="11300" y="2876"/>
                    <a:pt x="14041" y="5061"/>
                  </a:cubicBezTo>
                  <a:cubicBezTo>
                    <a:pt x="15714" y="768"/>
                    <a:pt x="19950" y="-119"/>
                    <a:pt x="22492" y="3291"/>
                  </a:cubicBezTo>
                  <a:cubicBezTo>
                    <a:pt x="23133" y="1542"/>
                    <a:pt x="24364" y="333"/>
                    <a:pt x="25785" y="59"/>
                  </a:cubicBezTo>
                  <a:cubicBezTo>
                    <a:pt x="27349" y="-243"/>
                    <a:pt x="28911" y="629"/>
                    <a:pt x="29869" y="2340"/>
                  </a:cubicBezTo>
                  <a:cubicBezTo>
                    <a:pt x="31251" y="126"/>
                    <a:pt x="33537" y="-601"/>
                    <a:pt x="35499" y="549"/>
                  </a:cubicBezTo>
                  <a:cubicBezTo>
                    <a:pt x="36994" y="1425"/>
                    <a:pt x="38066" y="3259"/>
                    <a:pt x="38354" y="5435"/>
                  </a:cubicBezTo>
                  <a:cubicBezTo>
                    <a:pt x="40082" y="6077"/>
                    <a:pt x="41458" y="7857"/>
                    <a:pt x="42018" y="10177"/>
                  </a:cubicBezTo>
                  <a:cubicBezTo>
                    <a:pt x="42425" y="11861"/>
                    <a:pt x="42367" y="13690"/>
                    <a:pt x="41854" y="15319"/>
                  </a:cubicBezTo>
                  <a:cubicBezTo>
                    <a:pt x="43115" y="17553"/>
                    <a:pt x="43556" y="20449"/>
                    <a:pt x="43052" y="23181"/>
                  </a:cubicBezTo>
                  <a:cubicBezTo>
                    <a:pt x="42382" y="26813"/>
                    <a:pt x="40164" y="29533"/>
                    <a:pt x="37440" y="30063"/>
                  </a:cubicBezTo>
                  <a:cubicBezTo>
                    <a:pt x="37427" y="32330"/>
                    <a:pt x="36694" y="34480"/>
                    <a:pt x="35431" y="35960"/>
                  </a:cubicBezTo>
                  <a:cubicBezTo>
                    <a:pt x="33512" y="38209"/>
                    <a:pt x="30740" y="38498"/>
                    <a:pt x="28591" y="36674"/>
                  </a:cubicBezTo>
                  <a:cubicBezTo>
                    <a:pt x="27896" y="39807"/>
                    <a:pt x="26347" y="37107"/>
                    <a:pt x="24015" y="37870"/>
                  </a:cubicBezTo>
                  <a:cubicBezTo>
                    <a:pt x="21267" y="38769"/>
                    <a:pt x="18087" y="42332"/>
                    <a:pt x="16516" y="39125"/>
                  </a:cubicBezTo>
                  <a:cubicBezTo>
                    <a:pt x="12808" y="42169"/>
                    <a:pt x="7992" y="40458"/>
                    <a:pt x="5840" y="35331"/>
                  </a:cubicBezTo>
                  <a:cubicBezTo>
                    <a:pt x="3726" y="35668"/>
                    <a:pt x="1741" y="33883"/>
                    <a:pt x="1146" y="31109"/>
                  </a:cubicBezTo>
                  <a:cubicBezTo>
                    <a:pt x="715" y="29102"/>
                    <a:pt x="1096" y="26936"/>
                    <a:pt x="2149" y="25410"/>
                  </a:cubicBezTo>
                  <a:cubicBezTo>
                    <a:pt x="655" y="24213"/>
                    <a:pt x="-177" y="21916"/>
                    <a:pt x="31" y="19563"/>
                  </a:cubicBezTo>
                  <a:cubicBezTo>
                    <a:pt x="275" y="16808"/>
                    <a:pt x="1881" y="14650"/>
                    <a:pt x="3899" y="14366"/>
                  </a:cubicBezTo>
                  <a:cubicBezTo>
                    <a:pt x="3911" y="14320"/>
                    <a:pt x="3924" y="14275"/>
                    <a:pt x="3936" y="14229"/>
                  </a:cubicBezTo>
                  <a:close/>
                </a:path>
                <a:path w="43256" h="40633" fill="none" extrusionOk="0">
                  <a:moveTo>
                    <a:pt x="4729" y="26036"/>
                  </a:moveTo>
                  <a:cubicBezTo>
                    <a:pt x="3845" y="26130"/>
                    <a:pt x="2961" y="25852"/>
                    <a:pt x="2196" y="25239"/>
                  </a:cubicBezTo>
                  <a:moveTo>
                    <a:pt x="6964" y="34758"/>
                  </a:moveTo>
                  <a:cubicBezTo>
                    <a:pt x="6609" y="34951"/>
                    <a:pt x="6236" y="35079"/>
                    <a:pt x="5856" y="35139"/>
                  </a:cubicBezTo>
                  <a:moveTo>
                    <a:pt x="16514" y="38949"/>
                  </a:moveTo>
                  <a:cubicBezTo>
                    <a:pt x="16247" y="38403"/>
                    <a:pt x="16023" y="37820"/>
                    <a:pt x="15846" y="37209"/>
                  </a:cubicBezTo>
                  <a:moveTo>
                    <a:pt x="28863" y="34610"/>
                  </a:moveTo>
                  <a:cubicBezTo>
                    <a:pt x="28824" y="35257"/>
                    <a:pt x="28734" y="35897"/>
                    <a:pt x="28596" y="36519"/>
                  </a:cubicBezTo>
                  <a:moveTo>
                    <a:pt x="34165" y="22813"/>
                  </a:moveTo>
                  <a:cubicBezTo>
                    <a:pt x="36169" y="24141"/>
                    <a:pt x="30512" y="25929"/>
                    <a:pt x="30494" y="28961"/>
                  </a:cubicBezTo>
                  <a:moveTo>
                    <a:pt x="41834" y="15213"/>
                  </a:moveTo>
                  <a:cubicBezTo>
                    <a:pt x="41509" y="16245"/>
                    <a:pt x="41014" y="17161"/>
                    <a:pt x="40386" y="17889"/>
                  </a:cubicBezTo>
                  <a:moveTo>
                    <a:pt x="38360" y="5285"/>
                  </a:moveTo>
                  <a:cubicBezTo>
                    <a:pt x="38415" y="5702"/>
                    <a:pt x="38441" y="6125"/>
                    <a:pt x="38436" y="6549"/>
                  </a:cubicBezTo>
                  <a:moveTo>
                    <a:pt x="29114" y="3811"/>
                  </a:moveTo>
                  <a:cubicBezTo>
                    <a:pt x="29303" y="3228"/>
                    <a:pt x="29552" y="2685"/>
                    <a:pt x="29856" y="2199"/>
                  </a:cubicBezTo>
                  <a:moveTo>
                    <a:pt x="22177" y="4579"/>
                  </a:moveTo>
                  <a:cubicBezTo>
                    <a:pt x="22254" y="4097"/>
                    <a:pt x="22375" y="3630"/>
                    <a:pt x="22536" y="3189"/>
                  </a:cubicBezTo>
                  <a:moveTo>
                    <a:pt x="14036" y="5051"/>
                  </a:moveTo>
                  <a:cubicBezTo>
                    <a:pt x="14508" y="5427"/>
                    <a:pt x="16787" y="10586"/>
                    <a:pt x="17179" y="11105"/>
                  </a:cubicBezTo>
                  <a:moveTo>
                    <a:pt x="5852" y="19961"/>
                  </a:moveTo>
                  <a:cubicBezTo>
                    <a:pt x="5749" y="19497"/>
                    <a:pt x="7676" y="15302"/>
                    <a:pt x="7628" y="14821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307455" y="2270942"/>
              <a:ext cx="10086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ook Antiqua" pitchFamily="18" charset="0"/>
                </a:rPr>
                <a:t>Negative</a:t>
              </a:r>
              <a:endParaRPr lang="en-US" sz="1600" dirty="0">
                <a:latin typeface="Book Antiqua" pitchFamily="18" charset="0"/>
              </a:endParaRPr>
            </a:p>
          </p:txBody>
        </p:sp>
      </p:grpSp>
      <p:sp>
        <p:nvSpPr>
          <p:cNvPr id="75" name="Rectangle 74"/>
          <p:cNvSpPr/>
          <p:nvPr/>
        </p:nvSpPr>
        <p:spPr>
          <a:xfrm>
            <a:off x="4970770" y="1143000"/>
            <a:ext cx="3868430" cy="249218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 rot="1573461">
            <a:off x="5750186" y="1481298"/>
            <a:ext cx="685800" cy="1099066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 rot="9240000">
            <a:off x="7578301" y="1481039"/>
            <a:ext cx="685800" cy="1099066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 rot="1573461">
            <a:off x="5839060" y="1526040"/>
            <a:ext cx="548640" cy="914400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 rot="9240000">
            <a:off x="7640261" y="1526217"/>
            <a:ext cx="548640" cy="914400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243" y="2774564"/>
            <a:ext cx="25717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855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-100000"/>
                    </a14:imgEffect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0" y="0"/>
            <a:ext cx="9119420" cy="6845203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733232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latin typeface="MV Boli" pitchFamily="2" charset="0"/>
                <a:cs typeface="MV Boli" pitchFamily="2" charset="0"/>
              </a:rPr>
              <a:t>Managing Profitability</a:t>
            </a:r>
            <a:endParaRPr lang="en-US" sz="4400" dirty="0">
              <a:latin typeface="MV Boli" pitchFamily="2" charset="0"/>
              <a:cs typeface="MV Boli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53600" y="1752600"/>
            <a:ext cx="3331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Reusability</a:t>
            </a:r>
          </a:p>
          <a:p>
            <a:r>
              <a:rPr lang="en-US" dirty="0"/>
              <a:t>2. Expense Optimization</a:t>
            </a:r>
          </a:p>
          <a:p>
            <a:r>
              <a:rPr lang="en-US" dirty="0"/>
              <a:t>3. MUDA or reduction of waste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767840" y="2119216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MUDA – Waste Management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767840" y="3369324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Re-usability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767840" y="4619432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Expense Optimization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762000" y="1921446"/>
            <a:ext cx="1128772" cy="1128772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000" r="-9000"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Oval 9"/>
          <p:cNvSpPr/>
          <p:nvPr/>
        </p:nvSpPr>
        <p:spPr>
          <a:xfrm>
            <a:off x="762000" y="3171554"/>
            <a:ext cx="1128772" cy="1128772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Oval 10"/>
          <p:cNvSpPr/>
          <p:nvPr/>
        </p:nvSpPr>
        <p:spPr>
          <a:xfrm>
            <a:off x="762000" y="4421662"/>
            <a:ext cx="1128772" cy="1128772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1503087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  <a14:imgEffect>
                      <a14:sharpenSoften amount="-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8"/>
            <a:ext cx="9144000" cy="6855542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489" y="0"/>
            <a:ext cx="6512511" cy="1143000"/>
          </a:xfrm>
        </p:spPr>
        <p:txBody>
          <a:bodyPr/>
          <a:lstStyle/>
          <a:p>
            <a:pPr marL="0" indent="0">
              <a:buNone/>
            </a:pPr>
            <a:r>
              <a:rPr lang="en-US" sz="5400" dirty="0" smtClean="0">
                <a:solidFill>
                  <a:schemeClr val="accent1">
                    <a:lumMod val="75000"/>
                  </a:schemeClr>
                </a:solidFill>
                <a:latin typeface="Blackadder ITC" pitchFamily="82" charset="0"/>
              </a:rPr>
              <a:t>Inculcate Scope Change</a:t>
            </a:r>
            <a:endParaRPr lang="en-US" sz="5400" dirty="0">
              <a:solidFill>
                <a:schemeClr val="accent1">
                  <a:lumMod val="75000"/>
                </a:schemeClr>
              </a:solidFill>
              <a:latin typeface="Blackadder ITC" pitchFamily="82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44040" y="2119216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Proactive Anticipation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44040" y="3369324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Impact Analysis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44040" y="4619432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Simultaneous Implementation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62000" y="1826269"/>
            <a:ext cx="1188720" cy="1188720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000" r="-13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2" name="Oval 11"/>
          <p:cNvSpPr/>
          <p:nvPr/>
        </p:nvSpPr>
        <p:spPr>
          <a:xfrm>
            <a:off x="762000" y="3130048"/>
            <a:ext cx="1188720" cy="1188720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00" b="-3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Oval 12"/>
          <p:cNvSpPr/>
          <p:nvPr/>
        </p:nvSpPr>
        <p:spPr>
          <a:xfrm rot="10800000">
            <a:off x="702052" y="4373880"/>
            <a:ext cx="1188720" cy="1188720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4958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" y="34413"/>
            <a:ext cx="9131710" cy="683996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9534" y="0"/>
            <a:ext cx="6512511" cy="80943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hiller" pitchFamily="82" charset="0"/>
              </a:rPr>
              <a:t>Learning …</a:t>
            </a:r>
            <a:endParaRPr lang="en-US" dirty="0">
              <a:latin typeface="Chiller" pitchFamily="82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44040" y="19812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Value Add on Learning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44040" y="3369324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Knowledge Database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44040" y="4753168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Talent Retention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38200" y="1735841"/>
            <a:ext cx="1128772" cy="1128772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Oval 8"/>
          <p:cNvSpPr/>
          <p:nvPr/>
        </p:nvSpPr>
        <p:spPr>
          <a:xfrm>
            <a:off x="838200" y="3115820"/>
            <a:ext cx="1128772" cy="1128772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Oval 9"/>
          <p:cNvSpPr/>
          <p:nvPr/>
        </p:nvSpPr>
        <p:spPr>
          <a:xfrm>
            <a:off x="838200" y="4495800"/>
            <a:ext cx="1128772" cy="1128772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000" r="-2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768902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06"/>
            <a:ext cx="9125741" cy="6840794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6070" y="0"/>
            <a:ext cx="65125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>
                <a:solidFill>
                  <a:srgbClr val="92D050"/>
                </a:solidFill>
                <a:latin typeface="Chiller" pitchFamily="82" charset="0"/>
              </a:rPr>
              <a:t>Early to Market</a:t>
            </a:r>
            <a:endParaRPr lang="en-US" sz="4800" dirty="0">
              <a:solidFill>
                <a:srgbClr val="92D050"/>
              </a:solidFill>
              <a:latin typeface="Chiller" pitchFamily="82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20240" y="13716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Competitor Analysis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920240" y="26670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Competitor Monitoring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920240" y="3962400"/>
            <a:ext cx="70713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Scope Control &amp; Reconciliation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917782" y="5257800"/>
            <a:ext cx="6766560" cy="7332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320040" indent="-320040" algn="r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46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 algn="l">
              <a:buFont typeface="Georgia" pitchFamily="18" charset="0"/>
              <a:buNone/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MV Boli" pitchFamily="2" charset="0"/>
                <a:cs typeface="MV Boli" pitchFamily="2" charset="0"/>
              </a:rPr>
              <a:t>Effective Communication</a:t>
            </a:r>
            <a:endParaRPr lang="en-US" sz="3600" dirty="0">
              <a:solidFill>
                <a:schemeClr val="tx1">
                  <a:lumMod val="95000"/>
                  <a:lumOff val="5000"/>
                </a:schemeClr>
              </a:solidFill>
              <a:latin typeface="MV Boli" pitchFamily="2" charset="0"/>
              <a:cs typeface="MV Boli" pitchFamily="2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38200" y="1142048"/>
            <a:ext cx="1188720" cy="1188720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Oval 13"/>
          <p:cNvSpPr/>
          <p:nvPr/>
        </p:nvSpPr>
        <p:spPr>
          <a:xfrm>
            <a:off x="838200" y="2417445"/>
            <a:ext cx="1188720" cy="1188720"/>
          </a:xfrm>
          <a:prstGeom prst="ellipse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00" r="-1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Oval 14"/>
          <p:cNvSpPr/>
          <p:nvPr/>
        </p:nvSpPr>
        <p:spPr>
          <a:xfrm>
            <a:off x="838200" y="3692842"/>
            <a:ext cx="1188720" cy="1188720"/>
          </a:xfrm>
          <a:prstGeom prst="ellipse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7000" r="-1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Oval 15"/>
          <p:cNvSpPr/>
          <p:nvPr/>
        </p:nvSpPr>
        <p:spPr>
          <a:xfrm>
            <a:off x="838200" y="4968240"/>
            <a:ext cx="1188720" cy="1188720"/>
          </a:xfrm>
          <a:prstGeom prst="ellipse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424467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45000" contrast="-8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457200" y="990600"/>
            <a:ext cx="8229600" cy="5486400"/>
            <a:chOff x="990600" y="533400"/>
            <a:chExt cx="8229600" cy="5486400"/>
          </a:xfrm>
        </p:grpSpPr>
        <p:sp>
          <p:nvSpPr>
            <p:cNvPr id="46" name="Rounded Rectangle 45"/>
            <p:cNvSpPr/>
            <p:nvPr/>
          </p:nvSpPr>
          <p:spPr>
            <a:xfrm>
              <a:off x="990600" y="533400"/>
              <a:ext cx="8229600" cy="5486400"/>
            </a:xfrm>
            <a:prstGeom prst="roundRect">
              <a:avLst>
                <a:gd name="adj" fmla="val 23387"/>
              </a:avLst>
            </a:prstGeom>
            <a:solidFill>
              <a:schemeClr val="accent1">
                <a:alpha val="6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594325" y="2976801"/>
              <a:ext cx="2133600" cy="890435"/>
              <a:chOff x="2286000" y="3124200"/>
              <a:chExt cx="2133600" cy="890435"/>
            </a:xfrm>
          </p:grpSpPr>
          <p:sp>
            <p:nvSpPr>
              <p:cNvPr id="4" name="Flowchart: Document 3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solidFill>
                <a:srgbClr val="66FF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lowchart: Document 4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solidFill>
                <a:srgbClr val="66FF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2515460" y="3277211"/>
                <a:ext cx="15225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S: Stakeholder</a:t>
                </a:r>
              </a:p>
              <a:p>
                <a:r>
                  <a:rPr lang="en-US" dirty="0" smtClean="0"/>
                  <a:t>     Satisfaction</a:t>
                </a:r>
                <a:endParaRPr lang="en-US" dirty="0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3243968" y="4353928"/>
              <a:ext cx="2133600" cy="890435"/>
              <a:chOff x="2286000" y="3124200"/>
              <a:chExt cx="2133600" cy="890435"/>
            </a:xfrm>
            <a:solidFill>
              <a:srgbClr val="00B050"/>
            </a:solidFill>
          </p:grpSpPr>
          <p:sp>
            <p:nvSpPr>
              <p:cNvPr id="9" name="Flowchart: Document 8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lowchart: Document 9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515460" y="3277211"/>
                <a:ext cx="117083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E: Early to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Market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943708" y="3836279"/>
              <a:ext cx="2133600" cy="890435"/>
              <a:chOff x="2286000" y="3124200"/>
              <a:chExt cx="2133600" cy="890435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3" name="Flowchart: Document 12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lowchart: Document 13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515460" y="3277211"/>
                <a:ext cx="1212191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L: Lessons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Learned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172200" y="1912984"/>
              <a:ext cx="2133600" cy="890435"/>
              <a:chOff x="2286000" y="3124200"/>
              <a:chExt cx="2133600" cy="890435"/>
            </a:xfrm>
            <a:solidFill>
              <a:schemeClr val="bg1">
                <a:lumMod val="65000"/>
              </a:schemeClr>
            </a:solidFill>
          </p:grpSpPr>
          <p:sp>
            <p:nvSpPr>
              <p:cNvPr id="17" name="Flowchart: Document 16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Document 17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515460" y="3277211"/>
                <a:ext cx="1657185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I: Inculcate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Scope Change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3165527" y="1752600"/>
              <a:ext cx="2133600" cy="890435"/>
              <a:chOff x="2286000" y="3124200"/>
              <a:chExt cx="2133600" cy="890435"/>
            </a:xfrm>
            <a:solidFill>
              <a:schemeClr val="tx2">
                <a:lumMod val="40000"/>
                <a:lumOff val="60000"/>
              </a:schemeClr>
            </a:solidFill>
          </p:grpSpPr>
          <p:sp>
            <p:nvSpPr>
              <p:cNvPr id="21" name="Flowchart: Document 20"/>
              <p:cNvSpPr/>
              <p:nvPr/>
            </p:nvSpPr>
            <p:spPr>
              <a:xfrm rot="5400000">
                <a:off x="2334962" y="3075238"/>
                <a:ext cx="890435" cy="988359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lowchart: Document 21"/>
              <p:cNvSpPr/>
              <p:nvPr/>
            </p:nvSpPr>
            <p:spPr>
              <a:xfrm rot="16200000">
                <a:off x="3401762" y="2996797"/>
                <a:ext cx="890435" cy="1145241"/>
              </a:xfrm>
              <a:prstGeom prst="flowChartDocumen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515460" y="3277211"/>
                <a:ext cx="1535870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M: Maintain</a:t>
                </a:r>
              </a:p>
              <a:p>
                <a:r>
                  <a:rPr lang="en-US" dirty="0" smtClean="0"/>
                  <a:t>     Profitability</a:t>
                </a:r>
                <a:endParaRPr lang="en-US" dirty="0"/>
              </a:p>
            </p:txBody>
          </p:sp>
        </p:grpSp>
        <p:sp>
          <p:nvSpPr>
            <p:cNvPr id="26" name="Freeform 25"/>
            <p:cNvSpPr/>
            <p:nvPr/>
          </p:nvSpPr>
          <p:spPr>
            <a:xfrm>
              <a:off x="3583858" y="3277232"/>
              <a:ext cx="2389239" cy="660587"/>
            </a:xfrm>
            <a:custGeom>
              <a:avLst/>
              <a:gdLst>
                <a:gd name="connsiteX0" fmla="*/ 0 w 2389239"/>
                <a:gd name="connsiteY0" fmla="*/ 41155 h 660587"/>
                <a:gd name="connsiteX1" fmla="*/ 1135626 w 2389239"/>
                <a:gd name="connsiteY1" fmla="*/ 41155 h 660587"/>
                <a:gd name="connsiteX2" fmla="*/ 1327355 w 2389239"/>
                <a:gd name="connsiteY2" fmla="*/ 468858 h 660587"/>
                <a:gd name="connsiteX3" fmla="*/ 2389239 w 2389239"/>
                <a:gd name="connsiteY3" fmla="*/ 660587 h 66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9239" h="660587">
                  <a:moveTo>
                    <a:pt x="0" y="41155"/>
                  </a:moveTo>
                  <a:cubicBezTo>
                    <a:pt x="457200" y="5513"/>
                    <a:pt x="914400" y="-30129"/>
                    <a:pt x="1135626" y="41155"/>
                  </a:cubicBezTo>
                  <a:cubicBezTo>
                    <a:pt x="1356852" y="112439"/>
                    <a:pt x="1118420" y="365619"/>
                    <a:pt x="1327355" y="468858"/>
                  </a:cubicBezTo>
                  <a:cubicBezTo>
                    <a:pt x="1536290" y="572097"/>
                    <a:pt x="1962764" y="616342"/>
                    <a:pt x="2389239" y="660587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92D050"/>
                  </a:gs>
                </a:gsLst>
                <a:lin ang="5400000" scaled="0"/>
              </a:gra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3701845" y="3657600"/>
              <a:ext cx="2300749" cy="575187"/>
            </a:xfrm>
            <a:custGeom>
              <a:avLst/>
              <a:gdLst>
                <a:gd name="connsiteX0" fmla="*/ 2300749 w 2300749"/>
                <a:gd name="connsiteY0" fmla="*/ 575187 h 575187"/>
                <a:gd name="connsiteX1" fmla="*/ 1061884 w 2300749"/>
                <a:gd name="connsiteY1" fmla="*/ 501445 h 575187"/>
                <a:gd name="connsiteX2" fmla="*/ 575187 w 2300749"/>
                <a:gd name="connsiteY2" fmla="*/ 176981 h 575187"/>
                <a:gd name="connsiteX3" fmla="*/ 0 w 2300749"/>
                <a:gd name="connsiteY3" fmla="*/ 0 h 575187"/>
                <a:gd name="connsiteX4" fmla="*/ 0 w 2300749"/>
                <a:gd name="connsiteY4" fmla="*/ 0 h 57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0749" h="575187">
                  <a:moveTo>
                    <a:pt x="2300749" y="575187"/>
                  </a:moveTo>
                  <a:cubicBezTo>
                    <a:pt x="1825113" y="571500"/>
                    <a:pt x="1349478" y="567813"/>
                    <a:pt x="1061884" y="501445"/>
                  </a:cubicBezTo>
                  <a:cubicBezTo>
                    <a:pt x="774290" y="435077"/>
                    <a:pt x="752168" y="260555"/>
                    <a:pt x="575187" y="176981"/>
                  </a:cubicBezTo>
                  <a:cubicBezTo>
                    <a:pt x="398206" y="93407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3864077" y="2772697"/>
              <a:ext cx="2536723" cy="1592826"/>
            </a:xfrm>
            <a:custGeom>
              <a:avLst/>
              <a:gdLst>
                <a:gd name="connsiteX0" fmla="*/ 0 w 2536723"/>
                <a:gd name="connsiteY0" fmla="*/ 1592826 h 1592826"/>
                <a:gd name="connsiteX1" fmla="*/ 383458 w 2536723"/>
                <a:gd name="connsiteY1" fmla="*/ 796413 h 1592826"/>
                <a:gd name="connsiteX2" fmla="*/ 1784555 w 2536723"/>
                <a:gd name="connsiteY2" fmla="*/ 678426 h 1592826"/>
                <a:gd name="connsiteX3" fmla="*/ 2536723 w 2536723"/>
                <a:gd name="connsiteY3" fmla="*/ 0 h 1592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6723" h="1592826">
                  <a:moveTo>
                    <a:pt x="0" y="1592826"/>
                  </a:moveTo>
                  <a:cubicBezTo>
                    <a:pt x="43016" y="1270819"/>
                    <a:pt x="86032" y="948813"/>
                    <a:pt x="383458" y="796413"/>
                  </a:cubicBezTo>
                  <a:cubicBezTo>
                    <a:pt x="680884" y="644013"/>
                    <a:pt x="1425677" y="811162"/>
                    <a:pt x="1784555" y="678426"/>
                  </a:cubicBezTo>
                  <a:cubicBezTo>
                    <a:pt x="2143433" y="545690"/>
                    <a:pt x="2340078" y="272845"/>
                    <a:pt x="2536723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00B050"/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161935" y="1795903"/>
              <a:ext cx="1135626" cy="593336"/>
            </a:xfrm>
            <a:custGeom>
              <a:avLst/>
              <a:gdLst>
                <a:gd name="connsiteX0" fmla="*/ 1135626 w 1135626"/>
                <a:gd name="connsiteY0" fmla="*/ 593336 h 593336"/>
                <a:gd name="connsiteX1" fmla="*/ 693175 w 1135626"/>
                <a:gd name="connsiteY1" fmla="*/ 416355 h 593336"/>
                <a:gd name="connsiteX2" fmla="*/ 324465 w 1135626"/>
                <a:gd name="connsiteY2" fmla="*/ 3400 h 593336"/>
                <a:gd name="connsiteX3" fmla="*/ 0 w 1135626"/>
                <a:gd name="connsiteY3" fmla="*/ 254123 h 59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5626" h="593336">
                  <a:moveTo>
                    <a:pt x="1135626" y="593336"/>
                  </a:moveTo>
                  <a:cubicBezTo>
                    <a:pt x="981997" y="554007"/>
                    <a:pt x="828368" y="514678"/>
                    <a:pt x="693175" y="416355"/>
                  </a:cubicBezTo>
                  <a:cubicBezTo>
                    <a:pt x="557982" y="318032"/>
                    <a:pt x="439994" y="30439"/>
                    <a:pt x="324465" y="3400"/>
                  </a:cubicBezTo>
                  <a:cubicBezTo>
                    <a:pt x="208936" y="-23639"/>
                    <a:pt x="104468" y="115242"/>
                    <a:pt x="0" y="254123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4660490" y="2566219"/>
              <a:ext cx="810689" cy="1784555"/>
            </a:xfrm>
            <a:custGeom>
              <a:avLst/>
              <a:gdLst>
                <a:gd name="connsiteX0" fmla="*/ 0 w 810689"/>
                <a:gd name="connsiteY0" fmla="*/ 1784555 h 1784555"/>
                <a:gd name="connsiteX1" fmla="*/ 796413 w 810689"/>
                <a:gd name="connsiteY1" fmla="*/ 1061884 h 1784555"/>
                <a:gd name="connsiteX2" fmla="*/ 516194 w 810689"/>
                <a:gd name="connsiteY2" fmla="*/ 471949 h 1784555"/>
                <a:gd name="connsiteX3" fmla="*/ 575187 w 810689"/>
                <a:gd name="connsiteY3" fmla="*/ 0 h 178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689" h="1784555">
                  <a:moveTo>
                    <a:pt x="0" y="1784555"/>
                  </a:moveTo>
                  <a:cubicBezTo>
                    <a:pt x="355190" y="1532603"/>
                    <a:pt x="710381" y="1280652"/>
                    <a:pt x="796413" y="1061884"/>
                  </a:cubicBezTo>
                  <a:cubicBezTo>
                    <a:pt x="882445" y="843116"/>
                    <a:pt x="553065" y="648930"/>
                    <a:pt x="516194" y="471949"/>
                  </a:cubicBezTo>
                  <a:cubicBezTo>
                    <a:pt x="479323" y="294968"/>
                    <a:pt x="527255" y="147484"/>
                    <a:pt x="575187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00B050"/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6676287" y="2802194"/>
              <a:ext cx="775016" cy="1032387"/>
            </a:xfrm>
            <a:custGeom>
              <a:avLst/>
              <a:gdLst>
                <a:gd name="connsiteX0" fmla="*/ 447184 w 775016"/>
                <a:gd name="connsiteY0" fmla="*/ 1032387 h 1032387"/>
                <a:gd name="connsiteX1" fmla="*/ 4732 w 775016"/>
                <a:gd name="connsiteY1" fmla="*/ 545690 h 1032387"/>
                <a:gd name="connsiteX2" fmla="*/ 697907 w 775016"/>
                <a:gd name="connsiteY2" fmla="*/ 235974 h 1032387"/>
                <a:gd name="connsiteX3" fmla="*/ 727403 w 775016"/>
                <a:gd name="connsiteY3" fmla="*/ 0 h 103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5016" h="1032387">
                  <a:moveTo>
                    <a:pt x="447184" y="1032387"/>
                  </a:moveTo>
                  <a:cubicBezTo>
                    <a:pt x="205064" y="855406"/>
                    <a:pt x="-37055" y="678425"/>
                    <a:pt x="4732" y="545690"/>
                  </a:cubicBezTo>
                  <a:cubicBezTo>
                    <a:pt x="46519" y="412955"/>
                    <a:pt x="577462" y="326922"/>
                    <a:pt x="697907" y="235974"/>
                  </a:cubicBezTo>
                  <a:cubicBezTo>
                    <a:pt x="818352" y="145026"/>
                    <a:pt x="772877" y="72513"/>
                    <a:pt x="727403" y="0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2678191" y="2212258"/>
              <a:ext cx="566454" cy="781665"/>
            </a:xfrm>
            <a:custGeom>
              <a:avLst/>
              <a:gdLst>
                <a:gd name="connsiteX0" fmla="*/ 566454 w 566454"/>
                <a:gd name="connsiteY0" fmla="*/ 0 h 781665"/>
                <a:gd name="connsiteX1" fmla="*/ 6015 w 566454"/>
                <a:gd name="connsiteY1" fmla="*/ 103239 h 781665"/>
                <a:gd name="connsiteX2" fmla="*/ 256738 w 566454"/>
                <a:gd name="connsiteY2" fmla="*/ 457200 h 781665"/>
                <a:gd name="connsiteX3" fmla="*/ 35512 w 566454"/>
                <a:gd name="connsiteY3" fmla="*/ 781665 h 78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54" h="781665">
                  <a:moveTo>
                    <a:pt x="566454" y="0"/>
                  </a:moveTo>
                  <a:cubicBezTo>
                    <a:pt x="312044" y="13519"/>
                    <a:pt x="57634" y="27039"/>
                    <a:pt x="6015" y="103239"/>
                  </a:cubicBezTo>
                  <a:cubicBezTo>
                    <a:pt x="-45604" y="179439"/>
                    <a:pt x="251822" y="344129"/>
                    <a:pt x="256738" y="457200"/>
                  </a:cubicBezTo>
                  <a:cubicBezTo>
                    <a:pt x="261654" y="570271"/>
                    <a:pt x="148583" y="675968"/>
                    <a:pt x="35512" y="781665"/>
                  </a:cubicBezTo>
                </a:path>
              </a:pathLst>
            </a:custGeom>
            <a:noFill/>
            <a:ln>
              <a:gradFill>
                <a:gsLst>
                  <a:gs pos="0">
                    <a:schemeClr val="tx2">
                      <a:lumMod val="60000"/>
                      <a:lumOff val="4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rgbClr val="92D050"/>
                  </a:gs>
                </a:gsLst>
                <a:lin ang="5400000" scaled="0"/>
              </a:gradFill>
              <a:headEnd type="none"/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495368" y="2595716"/>
              <a:ext cx="2831690" cy="684311"/>
            </a:xfrm>
            <a:custGeom>
              <a:avLst/>
              <a:gdLst>
                <a:gd name="connsiteX0" fmla="*/ 2831690 w 2831690"/>
                <a:gd name="connsiteY0" fmla="*/ 0 h 684311"/>
                <a:gd name="connsiteX1" fmla="*/ 1592826 w 2831690"/>
                <a:gd name="connsiteY1" fmla="*/ 678426 h 684311"/>
                <a:gd name="connsiteX2" fmla="*/ 1150374 w 2831690"/>
                <a:gd name="connsiteY2" fmla="*/ 339213 h 684311"/>
                <a:gd name="connsiteX3" fmla="*/ 0 w 2831690"/>
                <a:gd name="connsiteY3" fmla="*/ 516194 h 684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31690" h="684311">
                  <a:moveTo>
                    <a:pt x="2831690" y="0"/>
                  </a:moveTo>
                  <a:cubicBezTo>
                    <a:pt x="2352367" y="310945"/>
                    <a:pt x="1873045" y="621891"/>
                    <a:pt x="1592826" y="678426"/>
                  </a:cubicBezTo>
                  <a:cubicBezTo>
                    <a:pt x="1312607" y="734962"/>
                    <a:pt x="1415845" y="366252"/>
                    <a:pt x="1150374" y="339213"/>
                  </a:cubicBezTo>
                  <a:cubicBezTo>
                    <a:pt x="884903" y="312174"/>
                    <a:pt x="442451" y="414184"/>
                    <a:pt x="0" y="516194"/>
                  </a:cubicBezTo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lowchart: Document 33"/>
            <p:cNvSpPr/>
            <p:nvPr/>
          </p:nvSpPr>
          <p:spPr>
            <a:xfrm>
              <a:off x="7160559" y="5141464"/>
              <a:ext cx="137160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Knowledge Base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Flowchart: Document 34"/>
            <p:cNvSpPr/>
            <p:nvPr/>
          </p:nvSpPr>
          <p:spPr>
            <a:xfrm>
              <a:off x="2112295" y="5294671"/>
              <a:ext cx="137160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Competitor Data Base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Flowchart: Document 35"/>
            <p:cNvSpPr/>
            <p:nvPr/>
          </p:nvSpPr>
          <p:spPr>
            <a:xfrm>
              <a:off x="4447056" y="685800"/>
              <a:ext cx="137160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Re-usable Component</a:t>
              </a:r>
            </a:p>
          </p:txBody>
        </p:sp>
        <p:sp>
          <p:nvSpPr>
            <p:cNvPr id="37" name="Flowchart: Document 36"/>
            <p:cNvSpPr/>
            <p:nvPr/>
          </p:nvSpPr>
          <p:spPr>
            <a:xfrm>
              <a:off x="7315200" y="961144"/>
              <a:ext cx="1280160" cy="640080"/>
            </a:xfrm>
            <a:prstGeom prst="flowChartDocumen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Scope </a:t>
              </a:r>
            </a:p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Change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Flowchart: Document 37"/>
            <p:cNvSpPr/>
            <p:nvPr/>
          </p:nvSpPr>
          <p:spPr>
            <a:xfrm>
              <a:off x="1082040" y="1828800"/>
              <a:ext cx="1280160" cy="640080"/>
            </a:xfrm>
            <a:prstGeom prst="flowChartDocument">
              <a:avLst/>
            </a:prstGeom>
            <a:solidFill>
              <a:srgbClr val="C8E38D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Feedback Form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2709349" y="4572000"/>
              <a:ext cx="594290" cy="722671"/>
            </a:xfrm>
            <a:custGeom>
              <a:avLst/>
              <a:gdLst>
                <a:gd name="connsiteX0" fmla="*/ 594290 w 594290"/>
                <a:gd name="connsiteY0" fmla="*/ 0 h 722671"/>
                <a:gd name="connsiteX1" fmla="*/ 4354 w 594290"/>
                <a:gd name="connsiteY1" fmla="*/ 250723 h 722671"/>
                <a:gd name="connsiteX2" fmla="*/ 314070 w 594290"/>
                <a:gd name="connsiteY2" fmla="*/ 501445 h 722671"/>
                <a:gd name="connsiteX3" fmla="*/ 78096 w 594290"/>
                <a:gd name="connsiteY3" fmla="*/ 722671 h 72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290" h="722671">
                  <a:moveTo>
                    <a:pt x="594290" y="0"/>
                  </a:moveTo>
                  <a:cubicBezTo>
                    <a:pt x="322673" y="83574"/>
                    <a:pt x="51057" y="167149"/>
                    <a:pt x="4354" y="250723"/>
                  </a:cubicBezTo>
                  <a:cubicBezTo>
                    <a:pt x="-42349" y="334297"/>
                    <a:pt x="301780" y="422787"/>
                    <a:pt x="314070" y="501445"/>
                  </a:cubicBezTo>
                  <a:cubicBezTo>
                    <a:pt x="326360" y="580103"/>
                    <a:pt x="202228" y="651387"/>
                    <a:pt x="78096" y="722671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6662435" y="4689987"/>
              <a:ext cx="505281" cy="770494"/>
            </a:xfrm>
            <a:custGeom>
              <a:avLst/>
              <a:gdLst>
                <a:gd name="connsiteX0" fmla="*/ 136571 w 505281"/>
                <a:gd name="connsiteY0" fmla="*/ 0 h 770494"/>
                <a:gd name="connsiteX1" fmla="*/ 3836 w 505281"/>
                <a:gd name="connsiteY1" fmla="*/ 427703 h 770494"/>
                <a:gd name="connsiteX2" fmla="*/ 269307 w 505281"/>
                <a:gd name="connsiteY2" fmla="*/ 442452 h 770494"/>
                <a:gd name="connsiteX3" fmla="*/ 239810 w 505281"/>
                <a:gd name="connsiteY3" fmla="*/ 752168 h 770494"/>
                <a:gd name="connsiteX4" fmla="*/ 505281 w 505281"/>
                <a:gd name="connsiteY4" fmla="*/ 707923 h 77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5281" h="770494">
                  <a:moveTo>
                    <a:pt x="136571" y="0"/>
                  </a:moveTo>
                  <a:cubicBezTo>
                    <a:pt x="59142" y="176980"/>
                    <a:pt x="-18287" y="353961"/>
                    <a:pt x="3836" y="427703"/>
                  </a:cubicBezTo>
                  <a:cubicBezTo>
                    <a:pt x="25959" y="501445"/>
                    <a:pt x="229978" y="388374"/>
                    <a:pt x="269307" y="442452"/>
                  </a:cubicBezTo>
                  <a:cubicBezTo>
                    <a:pt x="308636" y="496530"/>
                    <a:pt x="200481" y="707923"/>
                    <a:pt x="239810" y="752168"/>
                  </a:cubicBezTo>
                  <a:cubicBezTo>
                    <a:pt x="279139" y="796413"/>
                    <a:pt x="392210" y="752168"/>
                    <a:pt x="505281" y="707923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8077200" y="1430594"/>
              <a:ext cx="398206" cy="825909"/>
            </a:xfrm>
            <a:custGeom>
              <a:avLst/>
              <a:gdLst>
                <a:gd name="connsiteX0" fmla="*/ 0 w 398206"/>
                <a:gd name="connsiteY0" fmla="*/ 825909 h 825909"/>
                <a:gd name="connsiteX1" fmla="*/ 250722 w 398206"/>
                <a:gd name="connsiteY1" fmla="*/ 575187 h 825909"/>
                <a:gd name="connsiteX2" fmla="*/ 117987 w 398206"/>
                <a:gd name="connsiteY2" fmla="*/ 368709 h 825909"/>
                <a:gd name="connsiteX3" fmla="*/ 398206 w 398206"/>
                <a:gd name="connsiteY3" fmla="*/ 0 h 82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206" h="825909">
                  <a:moveTo>
                    <a:pt x="0" y="825909"/>
                  </a:moveTo>
                  <a:cubicBezTo>
                    <a:pt x="115529" y="738648"/>
                    <a:pt x="231058" y="651387"/>
                    <a:pt x="250722" y="575187"/>
                  </a:cubicBezTo>
                  <a:cubicBezTo>
                    <a:pt x="270386" y="498987"/>
                    <a:pt x="93406" y="464573"/>
                    <a:pt x="117987" y="368709"/>
                  </a:cubicBezTo>
                  <a:cubicBezTo>
                    <a:pt x="142568" y="272845"/>
                    <a:pt x="270387" y="136422"/>
                    <a:pt x="398206" y="0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3663956" y="1283110"/>
              <a:ext cx="1058858" cy="457200"/>
            </a:xfrm>
            <a:custGeom>
              <a:avLst/>
              <a:gdLst>
                <a:gd name="connsiteX0" fmla="*/ 568831 w 1058858"/>
                <a:gd name="connsiteY0" fmla="*/ 457200 h 457200"/>
                <a:gd name="connsiteX1" fmla="*/ 8392 w 1058858"/>
                <a:gd name="connsiteY1" fmla="*/ 132735 h 457200"/>
                <a:gd name="connsiteX2" fmla="*/ 952289 w 1058858"/>
                <a:gd name="connsiteY2" fmla="*/ 162232 h 457200"/>
                <a:gd name="connsiteX3" fmla="*/ 996534 w 1058858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8858" h="457200">
                  <a:moveTo>
                    <a:pt x="568831" y="457200"/>
                  </a:moveTo>
                  <a:cubicBezTo>
                    <a:pt x="256656" y="319548"/>
                    <a:pt x="-55518" y="181896"/>
                    <a:pt x="8392" y="132735"/>
                  </a:cubicBezTo>
                  <a:cubicBezTo>
                    <a:pt x="72302" y="83574"/>
                    <a:pt x="787599" y="184354"/>
                    <a:pt x="952289" y="162232"/>
                  </a:cubicBezTo>
                  <a:cubicBezTo>
                    <a:pt x="1116979" y="140110"/>
                    <a:pt x="1056756" y="70055"/>
                    <a:pt x="996534" y="0"/>
                  </a:cubicBezTo>
                </a:path>
              </a:pathLst>
            </a:custGeom>
            <a:noFill/>
            <a:ln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769806" y="2389239"/>
              <a:ext cx="339213" cy="619432"/>
            </a:xfrm>
            <a:custGeom>
              <a:avLst/>
              <a:gdLst>
                <a:gd name="connsiteX0" fmla="*/ 0 w 339213"/>
                <a:gd name="connsiteY0" fmla="*/ 0 h 619432"/>
                <a:gd name="connsiteX1" fmla="*/ 235975 w 339213"/>
                <a:gd name="connsiteY1" fmla="*/ 176980 h 619432"/>
                <a:gd name="connsiteX2" fmla="*/ 29497 w 339213"/>
                <a:gd name="connsiteY2" fmla="*/ 324464 h 619432"/>
                <a:gd name="connsiteX3" fmla="*/ 339213 w 339213"/>
                <a:gd name="connsiteY3" fmla="*/ 619432 h 61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9213" h="619432">
                  <a:moveTo>
                    <a:pt x="0" y="0"/>
                  </a:moveTo>
                  <a:cubicBezTo>
                    <a:pt x="115529" y="61451"/>
                    <a:pt x="231059" y="122903"/>
                    <a:pt x="235975" y="176980"/>
                  </a:cubicBezTo>
                  <a:cubicBezTo>
                    <a:pt x="240891" y="231057"/>
                    <a:pt x="12291" y="250722"/>
                    <a:pt x="29497" y="324464"/>
                  </a:cubicBezTo>
                  <a:cubicBezTo>
                    <a:pt x="46703" y="398206"/>
                    <a:pt x="192958" y="508819"/>
                    <a:pt x="339213" y="619432"/>
                  </a:cubicBezTo>
                </a:path>
              </a:pathLst>
            </a:custGeom>
            <a:noFill/>
            <a:ln>
              <a:solidFill>
                <a:srgbClr val="92D05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839200" cy="9906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>
                <a:solidFill>
                  <a:srgbClr val="FFFF00"/>
                </a:solidFill>
                <a:latin typeface="Chiller" pitchFamily="82" charset="0"/>
              </a:rPr>
              <a:t>…</a:t>
            </a:r>
            <a:r>
              <a:rPr lang="en-US" sz="4800" dirty="0" smtClean="0">
                <a:latin typeface="Chiller" pitchFamily="82" charset="0"/>
              </a:rPr>
              <a:t> </a:t>
            </a:r>
            <a:r>
              <a:rPr lang="en-US" sz="4800" dirty="0" smtClean="0">
                <a:solidFill>
                  <a:srgbClr val="FFFF00"/>
                </a:solidFill>
                <a:latin typeface="Chiller" pitchFamily="82" charset="0"/>
              </a:rPr>
              <a:t>SMILE Process Diagram</a:t>
            </a:r>
            <a:endParaRPr lang="en-US" sz="4800" dirty="0">
              <a:solidFill>
                <a:srgbClr val="FFFF00"/>
              </a:solidFill>
              <a:latin typeface="Chiller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2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1489" y="7374"/>
            <a:ext cx="5902911" cy="88563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Kristen ITC" pitchFamily="66" charset="0"/>
              </a:rPr>
              <a:t>Conclusion</a:t>
            </a:r>
            <a:endParaRPr lang="en-US" dirty="0">
              <a:latin typeface="Kristen ITC" pitchFamily="66" charset="0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2491295494"/>
              </p:ext>
            </p:extLst>
          </p:nvPr>
        </p:nvGraphicFramePr>
        <p:xfrm>
          <a:off x="685800" y="1066800"/>
          <a:ext cx="7848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5013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TextBox 4"/>
          <p:cNvSpPr txBox="1"/>
          <p:nvPr/>
        </p:nvSpPr>
        <p:spPr>
          <a:xfrm>
            <a:off x="6019800" y="5715000"/>
            <a:ext cx="27703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hiller" pitchFamily="82" charset="0"/>
              </a:rPr>
              <a:t>SMILE Please</a:t>
            </a:r>
            <a:endParaRPr lang="en-US" sz="4800" b="1" i="1" dirty="0">
              <a:solidFill>
                <a:schemeClr val="tx1">
                  <a:lumMod val="50000"/>
                  <a:lumOff val="50000"/>
                </a:schemeClr>
              </a:solidFill>
              <a:latin typeface="Chiller" pitchFamily="82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001000" y="6446520"/>
            <a:ext cx="182880" cy="182880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 flipV="1">
            <a:off x="8194548" y="6400800"/>
            <a:ext cx="155448" cy="15544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360664" y="6376416"/>
            <a:ext cx="128016" cy="12801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8499348" y="6376416"/>
            <a:ext cx="100584" cy="1005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flipV="1">
            <a:off x="8610600" y="6376416"/>
            <a:ext cx="82296" cy="82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ircular Arrow 5"/>
          <p:cNvSpPr/>
          <p:nvPr/>
        </p:nvSpPr>
        <p:spPr>
          <a:xfrm>
            <a:off x="3785297" y="1600200"/>
            <a:ext cx="2178467" cy="217879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1250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Freeform 6"/>
          <p:cNvSpPr/>
          <p:nvPr/>
        </p:nvSpPr>
        <p:spPr>
          <a:xfrm>
            <a:off x="4266810" y="2386812"/>
            <a:ext cx="1210532" cy="605121"/>
          </a:xfrm>
          <a:custGeom>
            <a:avLst/>
            <a:gdLst>
              <a:gd name="connsiteX0" fmla="*/ 0 w 1210532"/>
              <a:gd name="connsiteY0" fmla="*/ 0 h 605121"/>
              <a:gd name="connsiteX1" fmla="*/ 1210532 w 1210532"/>
              <a:gd name="connsiteY1" fmla="*/ 0 h 605121"/>
              <a:gd name="connsiteX2" fmla="*/ 1210532 w 1210532"/>
              <a:gd name="connsiteY2" fmla="*/ 605121 h 605121"/>
              <a:gd name="connsiteX3" fmla="*/ 0 w 1210532"/>
              <a:gd name="connsiteY3" fmla="*/ 605121 h 605121"/>
              <a:gd name="connsiteX4" fmla="*/ 0 w 1210532"/>
              <a:gd name="connsiteY4" fmla="*/ 0 h 60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532" h="605121">
                <a:moveTo>
                  <a:pt x="0" y="0"/>
                </a:moveTo>
                <a:lnTo>
                  <a:pt x="1210532" y="0"/>
                </a:lnTo>
                <a:lnTo>
                  <a:pt x="1210532" y="605121"/>
                </a:lnTo>
                <a:lnTo>
                  <a:pt x="0" y="605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" tIns="24765" rIns="24765" bIns="24765" numCol="1" spcCol="1270" anchor="ctr" anchorCtr="0">
            <a:noAutofit/>
          </a:bodyPr>
          <a:lstStyle/>
          <a:p>
            <a:pPr lvl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8" name="Shape 7"/>
          <p:cNvSpPr/>
          <p:nvPr/>
        </p:nvSpPr>
        <p:spPr>
          <a:xfrm>
            <a:off x="3180235" y="2852081"/>
            <a:ext cx="2178467" cy="217879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250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Freeform 8"/>
          <p:cNvSpPr/>
          <p:nvPr/>
        </p:nvSpPr>
        <p:spPr>
          <a:xfrm>
            <a:off x="3664203" y="3645935"/>
            <a:ext cx="1210532" cy="605121"/>
          </a:xfrm>
          <a:custGeom>
            <a:avLst/>
            <a:gdLst>
              <a:gd name="connsiteX0" fmla="*/ 0 w 1210532"/>
              <a:gd name="connsiteY0" fmla="*/ 0 h 605121"/>
              <a:gd name="connsiteX1" fmla="*/ 1210532 w 1210532"/>
              <a:gd name="connsiteY1" fmla="*/ 0 h 605121"/>
              <a:gd name="connsiteX2" fmla="*/ 1210532 w 1210532"/>
              <a:gd name="connsiteY2" fmla="*/ 605121 h 605121"/>
              <a:gd name="connsiteX3" fmla="*/ 0 w 1210532"/>
              <a:gd name="connsiteY3" fmla="*/ 605121 h 605121"/>
              <a:gd name="connsiteX4" fmla="*/ 0 w 1210532"/>
              <a:gd name="connsiteY4" fmla="*/ 0 h 60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532" h="605121">
                <a:moveTo>
                  <a:pt x="0" y="0"/>
                </a:moveTo>
                <a:lnTo>
                  <a:pt x="1210532" y="0"/>
                </a:lnTo>
                <a:lnTo>
                  <a:pt x="1210532" y="605121"/>
                </a:lnTo>
                <a:lnTo>
                  <a:pt x="0" y="605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" tIns="24765" rIns="24765" bIns="24765" numCol="1" spcCol="1270" anchor="ctr" anchorCtr="0">
            <a:noAutofit/>
          </a:bodyPr>
          <a:lstStyle/>
          <a:p>
            <a:pPr lvl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10" name="Block Arc 9"/>
          <p:cNvSpPr/>
          <p:nvPr/>
        </p:nvSpPr>
        <p:spPr>
          <a:xfrm>
            <a:off x="3940346" y="4253772"/>
            <a:ext cx="1871640" cy="1872390"/>
          </a:xfrm>
          <a:prstGeom prst="blockArc">
            <a:avLst>
              <a:gd name="adj1" fmla="val 13500000"/>
              <a:gd name="adj2" fmla="val 10800000"/>
              <a:gd name="adj3" fmla="val 1274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269673" y="4906868"/>
            <a:ext cx="1210532" cy="605121"/>
          </a:xfrm>
          <a:custGeom>
            <a:avLst/>
            <a:gdLst>
              <a:gd name="connsiteX0" fmla="*/ 0 w 1210532"/>
              <a:gd name="connsiteY0" fmla="*/ 0 h 605121"/>
              <a:gd name="connsiteX1" fmla="*/ 1210532 w 1210532"/>
              <a:gd name="connsiteY1" fmla="*/ 0 h 605121"/>
              <a:gd name="connsiteX2" fmla="*/ 1210532 w 1210532"/>
              <a:gd name="connsiteY2" fmla="*/ 605121 h 605121"/>
              <a:gd name="connsiteX3" fmla="*/ 0 w 1210532"/>
              <a:gd name="connsiteY3" fmla="*/ 605121 h 605121"/>
              <a:gd name="connsiteX4" fmla="*/ 0 w 1210532"/>
              <a:gd name="connsiteY4" fmla="*/ 0 h 605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0532" h="605121">
                <a:moveTo>
                  <a:pt x="0" y="0"/>
                </a:moveTo>
                <a:lnTo>
                  <a:pt x="1210532" y="0"/>
                </a:lnTo>
                <a:lnTo>
                  <a:pt x="1210532" y="605121"/>
                </a:lnTo>
                <a:lnTo>
                  <a:pt x="0" y="60512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4765" tIns="24765" rIns="24765" bIns="24765" numCol="1" spcCol="1270" anchor="ctr" anchorCtr="0">
            <a:noAutofit/>
          </a:bodyPr>
          <a:lstStyle/>
          <a:p>
            <a:pPr lvl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14" name="Shape 13"/>
          <p:cNvSpPr/>
          <p:nvPr/>
        </p:nvSpPr>
        <p:spPr>
          <a:xfrm rot="4396374">
            <a:off x="1446258" y="2205704"/>
            <a:ext cx="3508285" cy="2446591"/>
          </a:xfrm>
          <a:prstGeom prst="swooshArrow">
            <a:avLst>
              <a:gd name="adj1" fmla="val 29361"/>
              <a:gd name="adj2" fmla="val 17162"/>
            </a:avLst>
          </a:prstGeom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5" name="Oval 14"/>
          <p:cNvSpPr/>
          <p:nvPr/>
        </p:nvSpPr>
        <p:spPr>
          <a:xfrm>
            <a:off x="3886199" y="2525166"/>
            <a:ext cx="88595" cy="88595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700" prstMaterial="translucentPowder">
            <a:bevelT w="25400" h="6350" prst="softRound"/>
            <a:bevelB w="0" h="0" prst="convex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Oval 15"/>
          <p:cNvSpPr/>
          <p:nvPr/>
        </p:nvSpPr>
        <p:spPr>
          <a:xfrm>
            <a:off x="4492833" y="3014472"/>
            <a:ext cx="88595" cy="88595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700" prstMaterial="translucentPowder">
            <a:bevelT w="25400" h="6350" prst="softRound"/>
            <a:bevelB w="0" h="0" prst="convex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Oval 16"/>
          <p:cNvSpPr/>
          <p:nvPr/>
        </p:nvSpPr>
        <p:spPr>
          <a:xfrm>
            <a:off x="4947472" y="3586683"/>
            <a:ext cx="88595" cy="88595"/>
          </a:xfrm>
          <a:prstGeom prst="ellipse">
            <a:avLst/>
          </a:prstGeom>
          <a:scene3d>
            <a:camera prst="orthographicFront"/>
            <a:lightRig rig="chilly" dir="t"/>
          </a:scene3d>
          <a:sp3d z="12700" extrusionH="1700" prstMaterial="translucentPowder">
            <a:bevelT w="25400" h="6350" prst="softRound"/>
            <a:bevelB w="0" h="0" prst="convex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Freeform 17"/>
          <p:cNvSpPr/>
          <p:nvPr/>
        </p:nvSpPr>
        <p:spPr>
          <a:xfrm>
            <a:off x="2336799" y="1397000"/>
            <a:ext cx="1654048" cy="650240"/>
          </a:xfrm>
          <a:custGeom>
            <a:avLst/>
            <a:gdLst>
              <a:gd name="connsiteX0" fmla="*/ 0 w 1654048"/>
              <a:gd name="connsiteY0" fmla="*/ 0 h 650240"/>
              <a:gd name="connsiteX1" fmla="*/ 1654048 w 1654048"/>
              <a:gd name="connsiteY1" fmla="*/ 0 h 650240"/>
              <a:gd name="connsiteX2" fmla="*/ 1654048 w 1654048"/>
              <a:gd name="connsiteY2" fmla="*/ 650240 h 650240"/>
              <a:gd name="connsiteX3" fmla="*/ 0 w 1654048"/>
              <a:gd name="connsiteY3" fmla="*/ 650240 h 650240"/>
              <a:gd name="connsiteX4" fmla="*/ 0 w 1654048"/>
              <a:gd name="connsiteY4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54048" h="650240">
                <a:moveTo>
                  <a:pt x="0" y="0"/>
                </a:moveTo>
                <a:lnTo>
                  <a:pt x="1654048" y="0"/>
                </a:lnTo>
                <a:lnTo>
                  <a:pt x="1654048" y="650240"/>
                </a:lnTo>
                <a:lnTo>
                  <a:pt x="0" y="6502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530" tIns="49530" rIns="49530" bIns="49530" numCol="1" spcCol="1270" anchor="b" anchorCtr="0">
            <a:noAutofit/>
          </a:bodyPr>
          <a:lstStyle/>
          <a:p>
            <a:pPr lvl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19" name="Freeform 18"/>
          <p:cNvSpPr/>
          <p:nvPr/>
        </p:nvSpPr>
        <p:spPr>
          <a:xfrm>
            <a:off x="4393183" y="2244344"/>
            <a:ext cx="2414016" cy="650240"/>
          </a:xfrm>
          <a:custGeom>
            <a:avLst/>
            <a:gdLst>
              <a:gd name="connsiteX0" fmla="*/ 0 w 2414016"/>
              <a:gd name="connsiteY0" fmla="*/ 0 h 650240"/>
              <a:gd name="connsiteX1" fmla="*/ 2414016 w 2414016"/>
              <a:gd name="connsiteY1" fmla="*/ 0 h 650240"/>
              <a:gd name="connsiteX2" fmla="*/ 2414016 w 2414016"/>
              <a:gd name="connsiteY2" fmla="*/ 650240 h 650240"/>
              <a:gd name="connsiteX3" fmla="*/ 0 w 2414016"/>
              <a:gd name="connsiteY3" fmla="*/ 650240 h 650240"/>
              <a:gd name="connsiteX4" fmla="*/ 0 w 2414016"/>
              <a:gd name="connsiteY4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14016" h="650240">
                <a:moveTo>
                  <a:pt x="0" y="0"/>
                </a:moveTo>
                <a:lnTo>
                  <a:pt x="2414016" y="0"/>
                </a:lnTo>
                <a:lnTo>
                  <a:pt x="2414016" y="650240"/>
                </a:lnTo>
                <a:lnTo>
                  <a:pt x="0" y="6502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530" tIns="49530" rIns="49530" bIns="49530" numCol="1" spcCol="1270" anchor="ctr" anchorCtr="0">
            <a:noAutofit/>
          </a:bodyPr>
          <a:lstStyle/>
          <a:p>
            <a:pPr lvl="0" algn="l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20" name="Freeform 19"/>
          <p:cNvSpPr/>
          <p:nvPr/>
        </p:nvSpPr>
        <p:spPr>
          <a:xfrm>
            <a:off x="2336799" y="2733649"/>
            <a:ext cx="1922272" cy="650240"/>
          </a:xfrm>
          <a:custGeom>
            <a:avLst/>
            <a:gdLst>
              <a:gd name="connsiteX0" fmla="*/ 0 w 1922272"/>
              <a:gd name="connsiteY0" fmla="*/ 0 h 650240"/>
              <a:gd name="connsiteX1" fmla="*/ 1922272 w 1922272"/>
              <a:gd name="connsiteY1" fmla="*/ 0 h 650240"/>
              <a:gd name="connsiteX2" fmla="*/ 1922272 w 1922272"/>
              <a:gd name="connsiteY2" fmla="*/ 650240 h 650240"/>
              <a:gd name="connsiteX3" fmla="*/ 0 w 1922272"/>
              <a:gd name="connsiteY3" fmla="*/ 650240 h 650240"/>
              <a:gd name="connsiteX4" fmla="*/ 0 w 1922272"/>
              <a:gd name="connsiteY4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2272" h="650240">
                <a:moveTo>
                  <a:pt x="0" y="0"/>
                </a:moveTo>
                <a:lnTo>
                  <a:pt x="1922272" y="0"/>
                </a:lnTo>
                <a:lnTo>
                  <a:pt x="1922272" y="650240"/>
                </a:lnTo>
                <a:lnTo>
                  <a:pt x="0" y="6502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530" tIns="49530" rIns="49530" bIns="49530" numCol="1" spcCol="1270" anchor="ctr" anchorCtr="0">
            <a:noAutofit/>
          </a:bodyPr>
          <a:lstStyle/>
          <a:p>
            <a:pPr lvl="0" algn="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21" name="Freeform 20"/>
          <p:cNvSpPr/>
          <p:nvPr/>
        </p:nvSpPr>
        <p:spPr>
          <a:xfrm>
            <a:off x="5331968" y="3305860"/>
            <a:ext cx="1475231" cy="650240"/>
          </a:xfrm>
          <a:custGeom>
            <a:avLst/>
            <a:gdLst>
              <a:gd name="connsiteX0" fmla="*/ 0 w 1475231"/>
              <a:gd name="connsiteY0" fmla="*/ 0 h 650240"/>
              <a:gd name="connsiteX1" fmla="*/ 1475231 w 1475231"/>
              <a:gd name="connsiteY1" fmla="*/ 0 h 650240"/>
              <a:gd name="connsiteX2" fmla="*/ 1475231 w 1475231"/>
              <a:gd name="connsiteY2" fmla="*/ 650240 h 650240"/>
              <a:gd name="connsiteX3" fmla="*/ 0 w 1475231"/>
              <a:gd name="connsiteY3" fmla="*/ 650240 h 650240"/>
              <a:gd name="connsiteX4" fmla="*/ 0 w 1475231"/>
              <a:gd name="connsiteY4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5231" h="650240">
                <a:moveTo>
                  <a:pt x="0" y="0"/>
                </a:moveTo>
                <a:lnTo>
                  <a:pt x="1475231" y="0"/>
                </a:lnTo>
                <a:lnTo>
                  <a:pt x="1475231" y="650240"/>
                </a:lnTo>
                <a:lnTo>
                  <a:pt x="0" y="6502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530" tIns="49530" rIns="49530" bIns="49530" numCol="1" spcCol="1270" anchor="ctr" anchorCtr="0">
            <a:noAutofit/>
          </a:bodyPr>
          <a:lstStyle/>
          <a:p>
            <a:pPr lvl="0" algn="l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22" name="Freeform 21"/>
          <p:cNvSpPr/>
          <p:nvPr/>
        </p:nvSpPr>
        <p:spPr>
          <a:xfrm>
            <a:off x="4571999" y="4810759"/>
            <a:ext cx="2235200" cy="650240"/>
          </a:xfrm>
          <a:custGeom>
            <a:avLst/>
            <a:gdLst>
              <a:gd name="connsiteX0" fmla="*/ 0 w 2235200"/>
              <a:gd name="connsiteY0" fmla="*/ 0 h 650240"/>
              <a:gd name="connsiteX1" fmla="*/ 2235200 w 2235200"/>
              <a:gd name="connsiteY1" fmla="*/ 0 h 650240"/>
              <a:gd name="connsiteX2" fmla="*/ 2235200 w 2235200"/>
              <a:gd name="connsiteY2" fmla="*/ 650240 h 650240"/>
              <a:gd name="connsiteX3" fmla="*/ 0 w 2235200"/>
              <a:gd name="connsiteY3" fmla="*/ 650240 h 650240"/>
              <a:gd name="connsiteX4" fmla="*/ 0 w 2235200"/>
              <a:gd name="connsiteY4" fmla="*/ 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200" h="650240">
                <a:moveTo>
                  <a:pt x="0" y="0"/>
                </a:moveTo>
                <a:lnTo>
                  <a:pt x="2235200" y="0"/>
                </a:lnTo>
                <a:lnTo>
                  <a:pt x="2235200" y="650240"/>
                </a:lnTo>
                <a:lnTo>
                  <a:pt x="0" y="6502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9530" tIns="49530" rIns="49530" bIns="49530" numCol="1" spcCol="1270" anchor="t" anchorCtr="0">
            <a:noAutofit/>
          </a:bodyPr>
          <a:lstStyle/>
          <a:p>
            <a:pPr lvl="0" algn="ctr" defTabSz="1733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900" kern="1200"/>
          </a:p>
        </p:txBody>
      </p:sp>
      <p:sp>
        <p:nvSpPr>
          <p:cNvPr id="25" name="Shape 24"/>
          <p:cNvSpPr/>
          <p:nvPr/>
        </p:nvSpPr>
        <p:spPr>
          <a:xfrm>
            <a:off x="1524000" y="1523999"/>
            <a:ext cx="6096000" cy="3810000"/>
          </a:xfrm>
          <a:prstGeom prst="swooshArrow">
            <a:avLst>
              <a:gd name="adj1" fmla="val 25000"/>
              <a:gd name="adj2" fmla="val 25000"/>
            </a:avLst>
          </a:prstGeom>
          <a:scene3d>
            <a:camera prst="orthographicFront"/>
            <a:lightRig rig="flat" dir="t"/>
          </a:scene3d>
          <a:sp3d z="-190500" extrusionH="12700" prstMaterial="plastic">
            <a:bevelT w="50800" h="50800"/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3">
            <a:schemeClr val="accent2"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Freeform 26"/>
          <p:cNvSpPr/>
          <p:nvPr/>
        </p:nvSpPr>
        <p:spPr>
          <a:xfrm>
            <a:off x="2377440" y="4232910"/>
            <a:ext cx="1420368" cy="1101090"/>
          </a:xfrm>
          <a:custGeom>
            <a:avLst/>
            <a:gdLst>
              <a:gd name="connsiteX0" fmla="*/ 0 w 1420368"/>
              <a:gd name="connsiteY0" fmla="*/ 0 h 1101090"/>
              <a:gd name="connsiteX1" fmla="*/ 1420368 w 1420368"/>
              <a:gd name="connsiteY1" fmla="*/ 0 h 1101090"/>
              <a:gd name="connsiteX2" fmla="*/ 1420368 w 1420368"/>
              <a:gd name="connsiteY2" fmla="*/ 1101090 h 1101090"/>
              <a:gd name="connsiteX3" fmla="*/ 0 w 1420368"/>
              <a:gd name="connsiteY3" fmla="*/ 1101090 h 1101090"/>
              <a:gd name="connsiteX4" fmla="*/ 0 w 1420368"/>
              <a:gd name="connsiteY4" fmla="*/ 0 h 110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368" h="1101090">
                <a:moveTo>
                  <a:pt x="0" y="0"/>
                </a:moveTo>
                <a:lnTo>
                  <a:pt x="1420368" y="0"/>
                </a:lnTo>
                <a:lnTo>
                  <a:pt x="1420368" y="1101090"/>
                </a:lnTo>
                <a:lnTo>
                  <a:pt x="0" y="11010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3984" tIns="0" rIns="0" bIns="0" numCol="1" spcCol="1270" anchor="t" anchorCtr="0">
            <a:noAutofit/>
          </a:bodyPr>
          <a:lstStyle/>
          <a:p>
            <a:pPr lvl="0" algn="l" defTabSz="2044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600" kern="1200"/>
          </a:p>
        </p:txBody>
      </p:sp>
      <p:sp>
        <p:nvSpPr>
          <p:cNvPr id="30" name="Oval 29"/>
          <p:cNvSpPr/>
          <p:nvPr/>
        </p:nvSpPr>
        <p:spPr>
          <a:xfrm>
            <a:off x="5379720" y="2487929"/>
            <a:ext cx="396240" cy="396240"/>
          </a:xfrm>
          <a:prstGeom prst="ellipse">
            <a:avLst/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27656"/>
              <a:satOff val="-5606"/>
              <a:lumOff val="30834"/>
              <a:alphaOff val="0"/>
            </a:schemeClr>
          </a:fillRef>
          <a:effectRef idx="2">
            <a:schemeClr val="accent2">
              <a:shade val="50000"/>
              <a:hueOff val="-27656"/>
              <a:satOff val="-5606"/>
              <a:lumOff val="30834"/>
              <a:alphaOff val="0"/>
            </a:schemeClr>
          </a:effectRef>
          <a:fontRef idx="minor">
            <a:schemeClr val="lt1"/>
          </a:fontRef>
        </p:style>
      </p:sp>
      <p:sp>
        <p:nvSpPr>
          <p:cNvPr id="31" name="Freeform 30"/>
          <p:cNvSpPr/>
          <p:nvPr/>
        </p:nvSpPr>
        <p:spPr>
          <a:xfrm>
            <a:off x="5577840" y="2686049"/>
            <a:ext cx="1463040" cy="2647950"/>
          </a:xfrm>
          <a:custGeom>
            <a:avLst/>
            <a:gdLst>
              <a:gd name="connsiteX0" fmla="*/ 0 w 1463040"/>
              <a:gd name="connsiteY0" fmla="*/ 0 h 2647950"/>
              <a:gd name="connsiteX1" fmla="*/ 1463040 w 1463040"/>
              <a:gd name="connsiteY1" fmla="*/ 0 h 2647950"/>
              <a:gd name="connsiteX2" fmla="*/ 1463040 w 1463040"/>
              <a:gd name="connsiteY2" fmla="*/ 2647950 h 2647950"/>
              <a:gd name="connsiteX3" fmla="*/ 0 w 1463040"/>
              <a:gd name="connsiteY3" fmla="*/ 2647950 h 2647950"/>
              <a:gd name="connsiteX4" fmla="*/ 0 w 1463040"/>
              <a:gd name="connsiteY4" fmla="*/ 0 h 264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3040" h="2647950">
                <a:moveTo>
                  <a:pt x="0" y="0"/>
                </a:moveTo>
                <a:lnTo>
                  <a:pt x="1463040" y="0"/>
                </a:lnTo>
                <a:lnTo>
                  <a:pt x="1463040" y="2647950"/>
                </a:lnTo>
                <a:lnTo>
                  <a:pt x="0" y="264795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9959" tIns="0" rIns="0" bIns="0" numCol="1" spcCol="1270" anchor="t" anchorCtr="0">
            <a:noAutofit/>
          </a:bodyPr>
          <a:lstStyle/>
          <a:p>
            <a:pPr lvl="0" algn="l" defTabSz="1911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300" kern="1200"/>
          </a:p>
        </p:txBody>
      </p:sp>
      <p:grpSp>
        <p:nvGrpSpPr>
          <p:cNvPr id="69" name="Group 68"/>
          <p:cNvGrpSpPr/>
          <p:nvPr/>
        </p:nvGrpSpPr>
        <p:grpSpPr>
          <a:xfrm>
            <a:off x="8305800" y="2852081"/>
            <a:ext cx="502920" cy="881719"/>
            <a:chOff x="8305800" y="2852081"/>
            <a:chExt cx="502920" cy="881719"/>
          </a:xfrm>
        </p:grpSpPr>
        <p:sp>
          <p:nvSpPr>
            <p:cNvPr id="28" name="Oval 27"/>
            <p:cNvSpPr/>
            <p:nvPr/>
          </p:nvSpPr>
          <p:spPr>
            <a:xfrm>
              <a:off x="8305800" y="2852081"/>
              <a:ext cx="45720" cy="4572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Oval 43"/>
            <p:cNvSpPr/>
            <p:nvPr/>
          </p:nvSpPr>
          <p:spPr>
            <a:xfrm>
              <a:off x="8305800" y="3029147"/>
              <a:ext cx="45720" cy="64008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Oval 44"/>
            <p:cNvSpPr/>
            <p:nvPr/>
          </p:nvSpPr>
          <p:spPr>
            <a:xfrm>
              <a:off x="8305800" y="3224501"/>
              <a:ext cx="45720" cy="73152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Oval 45"/>
            <p:cNvSpPr/>
            <p:nvPr/>
          </p:nvSpPr>
          <p:spPr>
            <a:xfrm>
              <a:off x="8305800" y="3429000"/>
              <a:ext cx="45720" cy="9144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8420100" y="2852081"/>
              <a:ext cx="45720" cy="4572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0" name="Oval 49"/>
            <p:cNvSpPr/>
            <p:nvPr/>
          </p:nvSpPr>
          <p:spPr>
            <a:xfrm>
              <a:off x="8420100" y="3054547"/>
              <a:ext cx="45720" cy="64008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Oval 50"/>
            <p:cNvSpPr/>
            <p:nvPr/>
          </p:nvSpPr>
          <p:spPr>
            <a:xfrm>
              <a:off x="8420100" y="3275301"/>
              <a:ext cx="45720" cy="73152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" name="Oval 51"/>
            <p:cNvSpPr/>
            <p:nvPr/>
          </p:nvSpPr>
          <p:spPr>
            <a:xfrm>
              <a:off x="8420100" y="3505200"/>
              <a:ext cx="45720" cy="9144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4" name="Oval 53"/>
            <p:cNvSpPr/>
            <p:nvPr/>
          </p:nvSpPr>
          <p:spPr>
            <a:xfrm>
              <a:off x="8534400" y="2852081"/>
              <a:ext cx="45720" cy="4572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Oval 54"/>
            <p:cNvSpPr/>
            <p:nvPr/>
          </p:nvSpPr>
          <p:spPr>
            <a:xfrm>
              <a:off x="8534400" y="3029147"/>
              <a:ext cx="45720" cy="64008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Oval 55"/>
            <p:cNvSpPr/>
            <p:nvPr/>
          </p:nvSpPr>
          <p:spPr>
            <a:xfrm>
              <a:off x="8534400" y="3224501"/>
              <a:ext cx="45720" cy="73152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7" name="Oval 56"/>
            <p:cNvSpPr/>
            <p:nvPr/>
          </p:nvSpPr>
          <p:spPr>
            <a:xfrm>
              <a:off x="8534400" y="3429000"/>
              <a:ext cx="45720" cy="9144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Oval 58"/>
            <p:cNvSpPr/>
            <p:nvPr/>
          </p:nvSpPr>
          <p:spPr>
            <a:xfrm>
              <a:off x="8648700" y="2852081"/>
              <a:ext cx="45720" cy="4572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Oval 59"/>
            <p:cNvSpPr/>
            <p:nvPr/>
          </p:nvSpPr>
          <p:spPr>
            <a:xfrm>
              <a:off x="8648700" y="3054547"/>
              <a:ext cx="45720" cy="64008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1" name="Oval 60"/>
            <p:cNvSpPr/>
            <p:nvPr/>
          </p:nvSpPr>
          <p:spPr>
            <a:xfrm>
              <a:off x="8648700" y="3275301"/>
              <a:ext cx="45720" cy="73152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2" name="Oval 61"/>
            <p:cNvSpPr/>
            <p:nvPr/>
          </p:nvSpPr>
          <p:spPr>
            <a:xfrm>
              <a:off x="8648700" y="3505200"/>
              <a:ext cx="45720" cy="9144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4" name="Oval 63"/>
            <p:cNvSpPr/>
            <p:nvPr/>
          </p:nvSpPr>
          <p:spPr>
            <a:xfrm>
              <a:off x="8763000" y="2852081"/>
              <a:ext cx="45720" cy="4572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5" name="Oval 64"/>
            <p:cNvSpPr/>
            <p:nvPr/>
          </p:nvSpPr>
          <p:spPr>
            <a:xfrm>
              <a:off x="8763000" y="3029147"/>
              <a:ext cx="45720" cy="64008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6" name="Oval 65"/>
            <p:cNvSpPr/>
            <p:nvPr/>
          </p:nvSpPr>
          <p:spPr>
            <a:xfrm>
              <a:off x="8763000" y="3224501"/>
              <a:ext cx="45720" cy="73152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Oval 66"/>
            <p:cNvSpPr/>
            <p:nvPr/>
          </p:nvSpPr>
          <p:spPr>
            <a:xfrm>
              <a:off x="8763000" y="3429000"/>
              <a:ext cx="45720" cy="9144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8" name="Oval 67"/>
            <p:cNvSpPr/>
            <p:nvPr/>
          </p:nvSpPr>
          <p:spPr>
            <a:xfrm>
              <a:off x="8534400" y="3642360"/>
              <a:ext cx="45720" cy="91440"/>
            </a:xfrm>
            <a:prstGeom prst="ellipse">
              <a:avLst/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fillRef>
            <a:effectRef idx="2">
              <a:schemeClr val="accent2">
                <a:shade val="50000"/>
                <a:hueOff val="-27656"/>
                <a:satOff val="-5606"/>
                <a:lumOff val="30834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3" name="Rectangle 2"/>
          <p:cNvSpPr/>
          <p:nvPr/>
        </p:nvSpPr>
        <p:spPr>
          <a:xfrm>
            <a:off x="768665" y="381000"/>
            <a:ext cx="465704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7200" dirty="0">
                <a:solidFill>
                  <a:srgbClr val="FF0000"/>
                </a:solidFill>
                <a:sym typeface="Webdings"/>
              </a:rPr>
              <a:t></a:t>
            </a:r>
            <a:endParaRPr lang="en-US" sz="72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79" y="5049038"/>
            <a:ext cx="1714500" cy="1447800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3401499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8" name="Diagram 57"/>
          <p:cNvGraphicFramePr/>
          <p:nvPr>
            <p:extLst>
              <p:ext uri="{D42A27DB-BD31-4B8C-83A1-F6EECF244321}">
                <p14:modId xmlns:p14="http://schemas.microsoft.com/office/powerpoint/2010/main" val="3158582596"/>
              </p:ext>
            </p:extLst>
          </p:nvPr>
        </p:nvGraphicFramePr>
        <p:xfrm>
          <a:off x="2526153" y="197802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3" name="Diagram 62"/>
          <p:cNvGraphicFramePr/>
          <p:nvPr>
            <p:extLst>
              <p:ext uri="{D42A27DB-BD31-4B8C-83A1-F6EECF244321}">
                <p14:modId xmlns:p14="http://schemas.microsoft.com/office/powerpoint/2010/main" val="3434826891"/>
              </p:ext>
            </p:extLst>
          </p:nvPr>
        </p:nvGraphicFramePr>
        <p:xfrm>
          <a:off x="249935" y="21234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70" name="Diagram 69"/>
          <p:cNvGraphicFramePr/>
          <p:nvPr>
            <p:extLst>
              <p:ext uri="{D42A27DB-BD31-4B8C-83A1-F6EECF244321}">
                <p14:modId xmlns:p14="http://schemas.microsoft.com/office/powerpoint/2010/main" val="3677825422"/>
              </p:ext>
            </p:extLst>
          </p:nvPr>
        </p:nvGraphicFramePr>
        <p:xfrm>
          <a:off x="3048000" y="79073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  <p:extLst>
      <p:ext uri="{BB962C8B-B14F-4D97-AF65-F5344CB8AC3E}">
        <p14:creationId xmlns:p14="http://schemas.microsoft.com/office/powerpoint/2010/main" val="422818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77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6" y="36870"/>
            <a:ext cx="9126794" cy="6821130"/>
          </a:xfrm>
        </p:spPr>
      </p:pic>
      <p:sp>
        <p:nvSpPr>
          <p:cNvPr id="5" name="Rectangle 4"/>
          <p:cNvSpPr/>
          <p:nvPr/>
        </p:nvSpPr>
        <p:spPr>
          <a:xfrm>
            <a:off x="1391834" y="3124200"/>
            <a:ext cx="77617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</a:t>
            </a:r>
            <a:endParaRPr lang="en-US" sz="96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58835" y="3247310"/>
            <a:ext cx="98456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</a:t>
            </a:r>
            <a:endParaRPr lang="en-US" sz="8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73600" y="3370421"/>
            <a:ext cx="47000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</a:t>
            </a:r>
            <a:endParaRPr lang="en-US" sz="8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87548" y="3493531"/>
            <a:ext cx="65274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L</a:t>
            </a:r>
            <a:endParaRPr lang="en-US" sz="72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77200" y="3733800"/>
            <a:ext cx="5549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5923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16000" contras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22979" cy="6858000"/>
          </a:xfrm>
        </p:spPr>
      </p:pic>
      <p:sp>
        <p:nvSpPr>
          <p:cNvPr id="5" name="TextBox 4"/>
          <p:cNvSpPr txBox="1"/>
          <p:nvPr/>
        </p:nvSpPr>
        <p:spPr>
          <a:xfrm>
            <a:off x="562897" y="457200"/>
            <a:ext cx="790864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Project Managers do all that required to control the project execution</a:t>
            </a:r>
          </a:p>
          <a:p>
            <a:endParaRPr lang="en-US" dirty="0"/>
          </a:p>
          <a:p>
            <a:r>
              <a:rPr lang="en-US" dirty="0" smtClean="0"/>
              <a:t>However </a:t>
            </a:r>
            <a:r>
              <a:rPr lang="en-US" b="1" dirty="0" smtClean="0"/>
              <a:t>SMILE</a:t>
            </a:r>
            <a:r>
              <a:rPr lang="en-US" dirty="0" smtClean="0"/>
              <a:t> is a practiced tool, giving results to business benefits.</a:t>
            </a:r>
          </a:p>
          <a:p>
            <a:endParaRPr lang="en-US" dirty="0"/>
          </a:p>
          <a:p>
            <a:r>
              <a:rPr lang="en-US" dirty="0" smtClean="0"/>
              <a:t>A Successful Manager need to ensure a business continuity from the same </a:t>
            </a:r>
          </a:p>
          <a:p>
            <a:endParaRPr lang="en-US" dirty="0"/>
          </a:p>
          <a:p>
            <a:r>
              <a:rPr lang="en-US" dirty="0" smtClean="0"/>
              <a:t>Investors, by delivering stakeholder delight as an intangible benefit along </a:t>
            </a:r>
          </a:p>
          <a:p>
            <a:endParaRPr lang="en-US" dirty="0"/>
          </a:p>
          <a:p>
            <a:r>
              <a:rPr lang="en-US" dirty="0" smtClean="0"/>
              <a:t>Project deliverables.</a:t>
            </a:r>
          </a:p>
          <a:p>
            <a:endParaRPr lang="en-US" dirty="0"/>
          </a:p>
          <a:p>
            <a:r>
              <a:rPr lang="en-US" dirty="0" smtClean="0"/>
              <a:t>In order to have the business </a:t>
            </a:r>
            <a:r>
              <a:rPr lang="en-US" dirty="0" err="1" smtClean="0"/>
              <a:t>continuty</a:t>
            </a:r>
            <a:r>
              <a:rPr lang="en-US" dirty="0" smtClean="0"/>
              <a:t>, the project manager can practice </a:t>
            </a:r>
          </a:p>
          <a:p>
            <a:endParaRPr lang="en-US" dirty="0"/>
          </a:p>
          <a:p>
            <a:r>
              <a:rPr lang="en-US" dirty="0" smtClean="0"/>
              <a:t>SMILE  (as below) during the project execution which helps in passing the </a:t>
            </a:r>
          </a:p>
          <a:p>
            <a:endParaRPr lang="en-US" dirty="0"/>
          </a:p>
          <a:p>
            <a:r>
              <a:rPr lang="en-US" dirty="0" smtClean="0"/>
              <a:t>benefit to investors:</a:t>
            </a:r>
          </a:p>
          <a:p>
            <a:endParaRPr lang="en-US" dirty="0" smtClean="0"/>
          </a:p>
          <a:p>
            <a:pPr indent="515938"/>
            <a:r>
              <a:rPr lang="en-US" dirty="0"/>
              <a:t>☺ S: Stakeholder Satisfaction</a:t>
            </a:r>
          </a:p>
          <a:p>
            <a:pPr indent="515938"/>
            <a:r>
              <a:rPr lang="en-US" dirty="0"/>
              <a:t>☺ M: Maintain Profitability</a:t>
            </a:r>
          </a:p>
          <a:p>
            <a:pPr indent="515938"/>
            <a:r>
              <a:rPr lang="en-US" dirty="0"/>
              <a:t>☺ I: Inculcate Scope Change</a:t>
            </a:r>
          </a:p>
          <a:p>
            <a:pPr indent="515938"/>
            <a:r>
              <a:rPr lang="en-US" dirty="0"/>
              <a:t>☺ L: Lessons Learned</a:t>
            </a:r>
          </a:p>
          <a:p>
            <a:pPr indent="515938"/>
            <a:r>
              <a:rPr lang="en-US" dirty="0"/>
              <a:t>☺ E: Early to Market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3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>
                <a:latin typeface="Chiller" pitchFamily="82" charset="0"/>
              </a:rPr>
              <a:t>… it’s all about the OOMPH factor</a:t>
            </a:r>
            <a:endParaRPr lang="en-US" sz="4800" dirty="0">
              <a:latin typeface="Chiller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799" y="1066800"/>
            <a:ext cx="8565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3200" dirty="0" smtClean="0"/>
              <a:t>Hidden Expectation In Project Management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102067983"/>
              </p:ext>
            </p:extLst>
          </p:nvPr>
        </p:nvGraphicFramePr>
        <p:xfrm>
          <a:off x="533400" y="1905000"/>
          <a:ext cx="7772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5545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brightnessContrast bright="47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831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458200" cy="11430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 smtClean="0">
                <a:latin typeface="Chiller" pitchFamily="82" charset="0"/>
              </a:rPr>
              <a:t>… it’s all about the OOMPH factor</a:t>
            </a:r>
            <a:endParaRPr lang="en-US" sz="4800" dirty="0">
              <a:latin typeface="Chiller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799" y="1066800"/>
            <a:ext cx="85654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8463" indent="-398463">
              <a:buFont typeface="Wingdings" pitchFamily="2" charset="2"/>
              <a:buChar char="J"/>
            </a:pPr>
            <a:r>
              <a:rPr lang="en-US" sz="3200" dirty="0" smtClean="0"/>
              <a:t>Hidden Expectation In Project M</a:t>
            </a:r>
            <a:r>
              <a:rPr lang="en-US" sz="3200" dirty="0" smtClean="0">
                <a:solidFill>
                  <a:schemeClr val="bg1">
                    <a:lumMod val="95000"/>
                  </a:schemeClr>
                </a:solidFill>
              </a:rPr>
              <a:t>ana</a:t>
            </a:r>
            <a:r>
              <a:rPr lang="en-US" sz="3200" dirty="0" smtClean="0"/>
              <a:t>gement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252677948"/>
              </p:ext>
            </p:extLst>
          </p:nvPr>
        </p:nvGraphicFramePr>
        <p:xfrm>
          <a:off x="533400" y="1905000"/>
          <a:ext cx="7772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2939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95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038"/>
            <a:ext cx="9144000" cy="6830961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4581"/>
            <a:ext cx="6512511" cy="961832"/>
          </a:xfrm>
        </p:spPr>
        <p:txBody>
          <a:bodyPr/>
          <a:lstStyle/>
          <a:p>
            <a:pPr marL="0" indent="0">
              <a:buNone/>
            </a:pPr>
            <a:r>
              <a:rPr lang="en-US" sz="6000" dirty="0" smtClean="0">
                <a:latin typeface="Gabriola" pitchFamily="82" charset="0"/>
              </a:rPr>
              <a:t>Stake Holder Delight</a:t>
            </a:r>
            <a:endParaRPr lang="en-US" sz="6000" dirty="0">
              <a:latin typeface="Gabriola" pitchFamily="82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967338495"/>
              </p:ext>
            </p:extLst>
          </p:nvPr>
        </p:nvGraphicFramePr>
        <p:xfrm>
          <a:off x="228600" y="990600"/>
          <a:ext cx="8686800" cy="563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6" name="Rectangle 25"/>
          <p:cNvSpPr/>
          <p:nvPr/>
        </p:nvSpPr>
        <p:spPr>
          <a:xfrm>
            <a:off x="381000" y="1066800"/>
            <a:ext cx="32766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2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2136</TotalTime>
  <Words>631</Words>
  <Application>Microsoft Office PowerPoint</Application>
  <PresentationFormat>On-screen Show (4:3)</PresentationFormat>
  <Paragraphs>218</Paragraphs>
  <Slides>22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Slipstream</vt:lpstr>
      <vt:lpstr>SMILE </vt:lpstr>
      <vt:lpstr>Protocol</vt:lpstr>
      <vt:lpstr>PowerPoint Presentation</vt:lpstr>
      <vt:lpstr>PowerPoint Presentation</vt:lpstr>
      <vt:lpstr>… it’s all about the OOMPH factor</vt:lpstr>
      <vt:lpstr>Managing Managers</vt:lpstr>
      <vt:lpstr>PowerPoint Presentation</vt:lpstr>
      <vt:lpstr>Continuous Improvement</vt:lpstr>
      <vt:lpstr>Stake Holder Delight</vt:lpstr>
      <vt:lpstr>Managing Profitability</vt:lpstr>
      <vt:lpstr>Inculcate Scope Change</vt:lpstr>
      <vt:lpstr>Learning …</vt:lpstr>
      <vt:lpstr>Early to Market</vt:lpstr>
      <vt:lpstr>… SMILE Process Diagram</vt:lpstr>
      <vt:lpstr>Conclusion</vt:lpstr>
      <vt:lpstr>PowerPoint Presentation</vt:lpstr>
      <vt:lpstr>PowerPoint Presentation</vt:lpstr>
      <vt:lpstr>PowerPoint Presentation</vt:lpstr>
      <vt:lpstr>PowerPoint Presentation</vt:lpstr>
      <vt:lpstr>… it’s all about the OOMPH factor</vt:lpstr>
      <vt:lpstr>… it’s all about the OOMPH factor</vt:lpstr>
      <vt:lpstr>Stake Holder Delight</vt:lpstr>
    </vt:vector>
  </TitlesOfParts>
  <Company>Cisco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Master Iraban -X (miraban - WIPRO at Cisco)</dc:creator>
  <cp:lastModifiedBy>Master Iraban -X (miraban - WIPRO at Cisco)</cp:lastModifiedBy>
  <cp:revision>89</cp:revision>
  <dcterms:created xsi:type="dcterms:W3CDTF">2013-07-14T05:29:28Z</dcterms:created>
  <dcterms:modified xsi:type="dcterms:W3CDTF">2013-08-15T13:35:56Z</dcterms:modified>
</cp:coreProperties>
</file>