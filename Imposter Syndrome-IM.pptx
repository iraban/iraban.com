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4011" autoAdjust="0"/>
  </p:normalViewPr>
  <p:slideViewPr>
    <p:cSldViewPr snapToGrid="0">
      <p:cViewPr varScale="1">
        <p:scale>
          <a:sx n="67" d="100"/>
          <a:sy n="67" d="100"/>
        </p:scale>
        <p:origin x="117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3C8961-043F-4687-8D65-0185C3C60821}" type="datetimeFigureOut">
              <a:rPr lang="en-IN" smtClean="0"/>
              <a:t>14-11-2025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89D1FD-5E5F-4A74-B686-3AA5B0ADAE0D}" type="slidenum">
              <a:rPr lang="en-IN" smtClean="0"/>
              <a:t>‹#›</a:t>
            </a:fld>
            <a:endParaRPr lang="en-IN"/>
          </a:p>
        </p:txBody>
      </p:sp>
    </p:spTree>
    <p:extLst>
      <p:ext uri="{BB962C8B-B14F-4D97-AF65-F5344CB8AC3E}">
        <p14:creationId xmlns:p14="http://schemas.microsoft.com/office/powerpoint/2010/main" val="1541395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8C1224-1DDB-4BE1-BBBE-D9F2EF32DA85}"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2350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the Feeling of Being a Fraud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8C1224-1DDB-4BE1-BBBE-D9F2EF32DA85}"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5233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Imposter Syndrome is a psychological phenomenon where individuals feel like they are not as competent as others perceive them to be. Despite evident success and accomplishments, people experiencing imposter syndrome often believe they are frauds and fear being exposed. This feeling is particularly common among high achievers who struggle to internalize their success. They may attribute their achievements to luck or external factors rather than their own abilities. The syndrome can affect anyone regardless of their social status, work background, skill level, or degree of expertise. Understanding this feeling is the first step toward addressing it and fostering a healthier self-image.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8C1224-1DDB-4BE1-BBBE-D9F2EF32DA85}"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1492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Definition and Characteristics, Common Causes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8C1224-1DDB-4BE1-BBBE-D9F2EF32DA85}"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3041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Imposter Syndrome is defined as a psychological pattern in which individuals doubt their accomplishments and have a persistent fear of being exposed as a fraud. It is characterized by chronic self-doubt, feelings of intellectual fraudulence, and the inability to internalize success. People with imposter syndrome often believe they do not deserve their achievements and worry that others will eventually discover their perceived lack of ability. These feelings can lead to anxiety, stress, and a reluctance to take on new challenges. Recognizing these characteristics is crucial for identifying imposter syndrome and taking steps to mitigate its impact.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8C1224-1DDB-4BE1-BBBE-D9F2EF32DA85}"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0078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Several factors contribute to the development of imposter syndrome. Perfectionism is a significant cause, as individuals set unrealistically high standards for themselves and feel inadequate when they fail to meet them. Family expectations and upbringing also play a role, especially when success is heavily emphasized or conditional. Entering new roles or facing unfamiliar challenges can trigger feelings of fraudulence, as individuals may feel unprepared or unworthy. Additionally, constant comparisons with others can exacerbate self-doubt, particularly in competitive environments. Understanding these causes helps in identifying the roots of imposter syndrome and developing effective coping strategies.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8C1224-1DDB-4BE1-BBBE-D9F2EF32DA85}"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22551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Symptoms and Indicators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8C1224-1DDB-4BE1-BBBE-D9F2EF32DA85}"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86973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Imposter Syndrome manifests through various symptoms that can affect an individual's mental and emotional well-being. Common indicators include persistent self-doubt, attributing success to external factors such as luck, and a fear of not meeting expectations. Individuals may also experience anxiety about being exposed as a fraud and may either overachieve to compensate or underachieve due to fear of failure. These symptoms can lead to a cycle of stress and diminished self-confidence, making it difficult for individuals to recognize and celebrate their accomplishments. Identifying these symptoms is essential for addressing imposter syndrome and seeking appropriate support.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8C1224-1DDB-4BE1-BBBE-D9F2EF32DA85}"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9881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Effects on Mental Health and Performance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8C1224-1DDB-4BE1-BBBE-D9F2EF32DA85}"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2257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Imposter Syndrome can have significant effects on an individual's mental health and professional performance. It often leads to increased stress and anxiety, as individuals constantly worry about being exposed as frauds. This stress can result in burnout, especially when individuals overwork themselves to prove their worth. The syndrome also contributes to decreased self-confidence, making it difficult to pursue new opportunities or take risks. In some cases, individuals may avoid challenges altogether, fearing failure or judgment. These effects can hinder personal growth and career advancement, highlighting the importance of addressing imposter syndrome proactively.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8C1224-1DDB-4BE1-BBBE-D9F2EF32DA85}"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35868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Coping Strategies, Tips for Overcoming Imposter Syndrome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8C1224-1DDB-4BE1-BBBE-D9F2EF32DA85}"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2271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There are several effective strategies for coping with imposter syndrome. One of the first steps is acknowledging and accepting these feelings rather than suppressing them. Talking to mentors, peers, or trusted individuals can provide perspective and reassurance. Celebrating achievements, no matter how small, helps reinforce a sense of competence and self-worth. Practicing self-compassion is also crucial, as it allows individuals to treat themselves with kindness and understanding. These strategies can help break the cycle of self-doubt and foster a more positive self-image, enabling individuals to embrace their success and capabilities.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8C1224-1DDB-4BE1-BBBE-D9F2EF32DA85}"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3825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Overcoming imposter syndrome involves consistent effort and self-reflection. Keeping a record of accomplishments can serve as a tangible reminder of one's capabilities and progress. Setting realistic and achievable goals helps manage expectations and reduce the pressure to be perfect. Avoiding comparisons with others is essential, as each individual's journey is unique. Seeking professional help, such as therapy or counseling, can provide deeper insights and support. These tips empower individuals to challenge negative thought patterns and build confidence, ultimately reducing the impact of imposter syndrome on their lives.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8C1224-1DDB-4BE1-BBBE-D9F2EF32DA85}"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83741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Takeaways and Encouragement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8C1224-1DDB-4BE1-BBBE-D9F2EF32DA85}"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71031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Imposter Syndrome is a common experience that affects many individuals across various fields and backgrounds. It stems from self-doubt and the fear of being exposed as a fraud, despite evident success. </a:t>
            </a:r>
            <a:r>
              <a:rPr lang="en-US" dirty="0"/>
              <a:t>Recognizing the symptoms and understanding the causes are crucial steps toward managing its impact. By employing coping strategies and seeking support, individuals can overcome imposter syndrome and build a healthier self-image. It is important to remember that these feelings are manageable and do not define one's worth or abilities. Encouragement and awareness can empower individuals to embrace their achievements and continue striving for personal and professional growth.</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8C1224-1DDB-4BE1-BBBE-D9F2EF32DA85}"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91831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BBB8170F-0370-4A38-8BF3-83D69476AE62}" type="datetime1">
              <a:rPr lang="en-US" smtClean="0"/>
              <a:t>11/14/2025</a:t>
            </a:fld>
            <a:endParaRPr lang="en-US" dirty="0"/>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154639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r>
              <a:rPr lang="en-US" dirty="0"/>
              <a:t>Footer Text</a:t>
            </a:r>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20D15516-589F-487D-BF51-9635DCEA90D5}" type="datetime1">
              <a:rPr lang="en-US" smtClean="0"/>
              <a:t>11/14/2025</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598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6236208" cy="369417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6236208"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413504" y="207982"/>
            <a:ext cx="1682496" cy="413360"/>
          </a:xfrm>
        </p:spPr>
        <p:txBody>
          <a:bodyPr/>
          <a:lstStyle>
            <a:lvl1pPr>
              <a:defRPr>
                <a:solidFill>
                  <a:schemeClr val="tx2"/>
                </a:solidFill>
              </a:defRPr>
            </a:lvl1pPr>
          </a:lstStyle>
          <a:p>
            <a:fld id="{F7E6234A-55DB-493D-B5E3-FA55E3CA245B}" type="datetime1">
              <a:rPr lang="en-US" smtClean="0"/>
              <a:t>11/14/2025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6009801" y="207982"/>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278624" y="0"/>
            <a:ext cx="4913373" cy="6858000"/>
          </a:xfrm>
          <a:blipFill>
            <a:blip r:embed="rId2">
              <a:alphaModFix amt="80000"/>
            </a:blip>
            <a:stretch>
              <a:fillRect/>
            </a:stretch>
          </a:blipFill>
        </p:spPr>
        <p:txBody>
          <a:bodyPr/>
          <a:lstStyle>
            <a:lvl1pPr marL="0" indent="0">
              <a:buNone/>
              <a:defRPr/>
            </a:lvl1pPr>
          </a:lstStyle>
          <a:p>
            <a:r>
              <a:rPr lang="en-US" dirty="0"/>
              <a:t> </a:t>
            </a:r>
          </a:p>
        </p:txBody>
      </p:sp>
      <p:cxnSp>
        <p:nvCxnSpPr>
          <p:cNvPr id="7" name="Straight Connector 6">
            <a:extLst>
              <a:ext uri="{FF2B5EF4-FFF2-40B4-BE49-F238E27FC236}">
                <a16:creationId xmlns:a16="http://schemas.microsoft.com/office/drawing/2014/main" id="{87083F37-054B-54D7-2AD5-6DFFCC79603C}"/>
              </a:ext>
            </a:extLst>
          </p:cNvPr>
          <p:cNvCxnSpPr>
            <a:cxnSpLocks/>
          </p:cNvCxnSpPr>
          <p:nvPr/>
        </p:nvCxnSpPr>
        <p:spPr>
          <a:xfrm>
            <a:off x="0" y="5287974"/>
            <a:ext cx="72776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99AB8D9-761C-35FC-CA6D-1317D71DF6BE}"/>
              </a:ext>
            </a:extLst>
          </p:cNvPr>
          <p:cNvCxnSpPr>
            <a:cxnSpLocks/>
          </p:cNvCxnSpPr>
          <p:nvPr/>
        </p:nvCxnSpPr>
        <p:spPr>
          <a:xfrm flipV="1">
            <a:off x="7277621" y="0"/>
            <a:ext cx="0" cy="685800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104752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BD5D1244-0536-4076-95F8-65E3144966FF}" type="datetime1">
              <a:rPr lang="en-US" smtClean="0"/>
              <a:t>11/14/2025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388395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AEB3F954-B0A7-AD5D-A897-AAA57CEEA771}"/>
              </a:ext>
            </a:extLst>
          </p:cNvPr>
          <p:cNvSpPr>
            <a:spLocks noGrp="1"/>
          </p:cNvSpPr>
          <p:nvPr>
            <p:ph type="pic" sz="quarter" idx="13" hasCustomPrompt="1"/>
          </p:nvPr>
        </p:nvSpPr>
        <p:spPr>
          <a:xfrm>
            <a:off x="0" y="0"/>
            <a:ext cx="12198096" cy="6858000"/>
          </a:xfrm>
          <a:custGeom>
            <a:avLst/>
            <a:gdLst>
              <a:gd name="connsiteX0" fmla="*/ 6914322 w 12198096"/>
              <a:gd name="connsiteY0" fmla="*/ 789558 h 6858000"/>
              <a:gd name="connsiteX1" fmla="*/ 6914322 w 12198096"/>
              <a:gd name="connsiteY1" fmla="*/ 6106620 h 6858000"/>
              <a:gd name="connsiteX2" fmla="*/ 11547659 w 12198096"/>
              <a:gd name="connsiteY2" fmla="*/ 6106620 h 6858000"/>
              <a:gd name="connsiteX3" fmla="*/ 11547659 w 12198096"/>
              <a:gd name="connsiteY3" fmla="*/ 789558 h 6858000"/>
              <a:gd name="connsiteX4" fmla="*/ 0 w 12198096"/>
              <a:gd name="connsiteY4" fmla="*/ 0 h 6858000"/>
              <a:gd name="connsiteX5" fmla="*/ 12198096 w 12198096"/>
              <a:gd name="connsiteY5" fmla="*/ 0 h 6858000"/>
              <a:gd name="connsiteX6" fmla="*/ 12198096 w 12198096"/>
              <a:gd name="connsiteY6" fmla="*/ 6858000 h 6858000"/>
              <a:gd name="connsiteX7" fmla="*/ 0 w 121980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8096" h="6858000">
                <a:moveTo>
                  <a:pt x="6914322" y="789558"/>
                </a:moveTo>
                <a:lnTo>
                  <a:pt x="6914322" y="6106620"/>
                </a:lnTo>
                <a:lnTo>
                  <a:pt x="11547659" y="6106620"/>
                </a:lnTo>
                <a:lnTo>
                  <a:pt x="11547659" y="789558"/>
                </a:lnTo>
                <a:close/>
                <a:moveTo>
                  <a:pt x="0" y="0"/>
                </a:moveTo>
                <a:lnTo>
                  <a:pt x="12198096" y="0"/>
                </a:lnTo>
                <a:lnTo>
                  <a:pt x="121980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6914324" y="789558"/>
            <a:ext cx="4633337" cy="4212210"/>
          </a:xfrm>
          <a:solidFill>
            <a:schemeClr val="bg2"/>
          </a:solidFill>
          <a:ln>
            <a:solidFill>
              <a:schemeClr val="tx2"/>
            </a:solidFill>
          </a:ln>
        </p:spPr>
        <p:txBody>
          <a:bodyPr vert="horz" lIns="320040" tIns="347472" rIns="228600" bIns="45720" rtlCol="0" anchor="t">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6914322" y="4994648"/>
            <a:ext cx="4633338" cy="1111972"/>
          </a:xfrm>
          <a:solidFill>
            <a:schemeClr val="bg2"/>
          </a:solidFill>
          <a:ln>
            <a:solidFill>
              <a:schemeClr val="tx2"/>
            </a:solidFill>
          </a:ln>
        </p:spPr>
        <p:txBody>
          <a:bodyPr vert="horz" lIns="320040" tIns="45720" rIns="27432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14323" y="207982"/>
            <a:ext cx="2687062" cy="413360"/>
          </a:xfrm>
        </p:spPr>
        <p:txBody>
          <a:bodyPr/>
          <a:lstStyle>
            <a:lvl1pPr>
              <a:defRPr>
                <a:solidFill>
                  <a:srgbClr val="FFFFFF"/>
                </a:solidFill>
                <a:effectLst>
                  <a:outerShdw blurRad="38100" dist="38100" dir="2700000" algn="tl">
                    <a:srgbClr val="000000">
                      <a:alpha val="43137"/>
                    </a:srgbClr>
                  </a:outerShdw>
                </a:effectLst>
              </a:defRPr>
            </a:lvl1pPr>
          </a:lstStyle>
          <a:p>
            <a:fld id="{AC13FD3B-23EF-4174-AD3C-BC50B64D7857}" type="datetime1">
              <a:rPr lang="en-US" smtClean="0"/>
              <a:t>11/14/2025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2337043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5422392" cy="3822192"/>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86400"/>
            <a:ext cx="5422391" cy="97840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815840" y="207982"/>
            <a:ext cx="1280160" cy="413360"/>
          </a:xfrm>
        </p:spPr>
        <p:txBody>
          <a:bodyPr/>
          <a:lstStyle/>
          <a:p>
            <a:fld id="{630E96CE-B7D5-4325-A1C8-DFEADC4BE081}" type="datetime1">
              <a:rPr lang="en-US" smtClean="0"/>
              <a:t>11/14/2025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5982383" y="207982"/>
            <a:ext cx="546447" cy="413360"/>
          </a:xfrm>
        </p:spPr>
        <p:txBody>
          <a:body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035554" y="0"/>
            <a:ext cx="5156444" cy="6858000"/>
          </a:xfrm>
          <a:blipFill dpi="0" rotWithShape="1">
            <a:blip r:embed="rId2">
              <a:alphaModFix amt="80000"/>
            </a:blip>
            <a:srcRect/>
            <a:stretch>
              <a:fillRect/>
            </a:stretch>
          </a:blipFill>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E1B20121-9211-E62C-6EDF-8301AE0A0865}"/>
              </a:ext>
            </a:extLst>
          </p:cNvPr>
          <p:cNvCxnSpPr>
            <a:cxnSpLocks/>
          </p:cNvCxnSpPr>
          <p:nvPr/>
        </p:nvCxnSpPr>
        <p:spPr>
          <a:xfrm>
            <a:off x="-4130" y="5215687"/>
            <a:ext cx="703225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BA69D92-87B2-B41F-6979-69668092108B}"/>
              </a:ext>
            </a:extLst>
          </p:cNvPr>
          <p:cNvCxnSpPr>
            <a:cxnSpLocks/>
          </p:cNvCxnSpPr>
          <p:nvPr/>
        </p:nvCxnSpPr>
        <p:spPr>
          <a:xfrm flipV="1">
            <a:off x="7028120" y="0"/>
            <a:ext cx="0" cy="685800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4674821"/>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9287134" cy="3410712"/>
          </a:xfrm>
        </p:spPr>
        <p:txBody>
          <a:bodyPr vert="horz" lIns="91440" tIns="45720" rIns="91440" bIns="45720" rtlCol="0" anchor="t">
            <a:normAutofit/>
          </a:bodyPr>
          <a:lstStyle>
            <a:lvl1pPr>
              <a:defRPr lang="en-US" sz="125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11155680"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2"/>
                </a:solidFill>
              </a:defRPr>
            </a:lvl1pPr>
          </a:lstStyle>
          <a:p>
            <a:fld id="{09DAD850-6AC5-466F-AC13-19EF30EEFBC3}" type="datetime1">
              <a:rPr lang="en-US" smtClean="0"/>
              <a:t>11/14/2025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9D0B70F0-3BE4-FD57-7260-3612F25DFB6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9586843"/>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E8F94E15-B448-489B-871D-A40527BFA7B7}" type="datetime1">
              <a:rPr lang="en-US" smtClean="0"/>
              <a:t>11/14/2025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1589215"/>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1426464"/>
            <a:ext cx="9528048" cy="4183468"/>
          </a:xfrm>
        </p:spPr>
        <p:txBody>
          <a:bodyPr vert="horz" lIns="91440" tIns="45720" rIns="91440" bIns="45720" rtlCol="0" anchor="b">
            <a:normAutofit/>
          </a:bodyPr>
          <a:lstStyle>
            <a:lvl1pPr>
              <a:defRPr lang="en-US" sz="115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779008"/>
            <a:ext cx="9528047" cy="923544"/>
          </a:xfr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680069" y="207982"/>
            <a:ext cx="2168017" cy="413360"/>
          </a:xfrm>
        </p:spPr>
        <p:txBody>
          <a:bodyPr/>
          <a:lstStyle/>
          <a:p>
            <a:fld id="{D9253186-4750-42D8-B836-81746FB2A999}" type="datetime1">
              <a:rPr lang="en-US" smtClean="0"/>
              <a:t>11/14/2025</a:t>
            </a:fld>
            <a:endParaRPr lang="en-US" dirty="0"/>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8F6B2E7A-179E-B6D8-4F25-0673E53A95D4}"/>
              </a:ext>
            </a:extLst>
          </p:cNvPr>
          <p:cNvCxnSpPr>
            <a:cxnSpLocks/>
          </p:cNvCxnSpPr>
          <p:nvPr/>
        </p:nvCxnSpPr>
        <p:spPr>
          <a:xfrm>
            <a:off x="1" y="790415"/>
            <a:ext cx="12191999"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642447"/>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CE994A23-0EFF-404D-A2C5-6B54939039AD}" type="datetime1">
              <a:rPr lang="en-US" smtClean="0"/>
              <a:t>11/14/2025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666195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accent1"/>
                </a:solidFill>
              </a:defRPr>
            </a:lvl1pPr>
          </a:lstStyle>
          <a:p>
            <a:r>
              <a:rPr lang="en-US" dirty="0"/>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accent1"/>
                </a:solidFill>
              </a:defRPr>
            </a:lvl1pPr>
          </a:lstStyle>
          <a:p>
            <a:fld id="{4B393500-FDAE-4B7A-8E90-4B7ED0649363}" type="datetime1">
              <a:rPr lang="en-US" smtClean="0"/>
              <a:t>11/14/2025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accent1"/>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38607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D9D311C3-93DB-42DC-917F-4386F19A1E3B}" type="datetime1">
              <a:rPr lang="en-US" smtClean="0"/>
              <a:t>11/14/2025</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556267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948C47DC-C479-4517-B1B0-94DB01BA76E7}"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171049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394368" y="1589105"/>
            <a:ext cx="5403264" cy="1622994"/>
          </a:xfrm>
        </p:spPr>
        <p:txBody>
          <a:bodyPr vert="horz" lIns="91440" tIns="45720" rIns="91440" bIns="45720" rtlCol="0" anchor="b">
            <a:normAutofit/>
          </a:bodyPr>
          <a:lstStyle>
            <a:lvl1pPr algn="ctr">
              <a:defRPr lang="en-US" sz="44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D956E9D4-3B6F-5DDD-5E3B-A829B10ED9F1}"/>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394368" y="3395398"/>
            <a:ext cx="5403264" cy="1837985"/>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F60BAB4-BB08-FD4A-678D-2FFE35A0DFDA}"/>
              </a:ext>
            </a:extLst>
          </p:cNvPr>
          <p:cNvSpPr>
            <a:spLocks noGrp="1"/>
          </p:cNvSpPr>
          <p:nvPr>
            <p:ph type="dt" sz="half" idx="10"/>
          </p:nvPr>
        </p:nvSpPr>
        <p:spPr/>
        <p:txBody>
          <a:bodyPr/>
          <a:lstStyle/>
          <a:p>
            <a:fld id="{B24F1FC4-E055-4072-90AD-B359FC529E8A}" type="datetime1">
              <a:rPr lang="en-US" smtClean="0"/>
              <a:t>11/14/2025</a:t>
            </a:fld>
            <a:endParaRPr lang="en-US"/>
          </a:p>
        </p:txBody>
      </p:sp>
      <p:sp>
        <p:nvSpPr>
          <p:cNvPr id="10" name="Slide Number Placeholder 9">
            <a:extLst>
              <a:ext uri="{FF2B5EF4-FFF2-40B4-BE49-F238E27FC236}">
                <a16:creationId xmlns:a16="http://schemas.microsoft.com/office/drawing/2014/main" id="{DBF6EF0E-4178-1F33-0BF9-2A2B4C33C257}"/>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801A3D6-493E-2CE6-4153-5A2D3C978311}"/>
              </a:ext>
            </a:extLst>
          </p:cNvPr>
          <p:cNvCxnSpPr>
            <a:cxnSpLocks/>
          </p:cNvCxnSpPr>
          <p:nvPr/>
        </p:nvCxnSpPr>
        <p:spPr>
          <a:xfrm>
            <a:off x="2673336"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D7E29DE-22CD-1512-C9E7-51C4D8B5F337}"/>
              </a:ext>
            </a:extLst>
          </p:cNvPr>
          <p:cNvCxnSpPr>
            <a:cxnSpLocks/>
          </p:cNvCxnSpPr>
          <p:nvPr/>
        </p:nvCxnSpPr>
        <p:spPr>
          <a:xfrm>
            <a:off x="9526413"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71173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2" y="1100834"/>
            <a:ext cx="8533261" cy="2314842"/>
          </a:xfrm>
        </p:spPr>
        <p:txBody>
          <a:bodyPr vert="horz" lIns="91440" tIns="45720" rIns="91440" bIns="45720" rtlCol="0" anchor="t">
            <a:normAutofit/>
          </a:bodyPr>
          <a:lstStyle>
            <a:lvl1pPr>
              <a:defRPr lang="en-US" sz="8000" dirty="0"/>
            </a:lvl1pPr>
          </a:lstStyle>
          <a:p>
            <a:pPr lvl="0"/>
            <a:r>
              <a:rPr lang="en-US"/>
              <a:t>Click to edit Master title style</a:t>
            </a:r>
            <a:endParaRPr lang="en-US" dirty="0"/>
          </a:p>
        </p:txBody>
      </p:sp>
      <p:sp>
        <p:nvSpPr>
          <p:cNvPr id="12" name="Footer Placeholder 11">
            <a:extLst>
              <a:ext uri="{FF2B5EF4-FFF2-40B4-BE49-F238E27FC236}">
                <a16:creationId xmlns:a16="http://schemas.microsoft.com/office/drawing/2014/main" id="{F6B2ADB6-8B11-5463-D307-3F4916CA6A70}"/>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566893" y="3442324"/>
            <a:ext cx="3894179" cy="2274889"/>
          </a:xfrm>
        </p:spPr>
        <p:txBody>
          <a:bodyPr vert="horz" lIns="91440" tIns="45720" rIns="91440" bIns="45720" rtlCol="0" anchor="b">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1A9A27FE-5C62-0E4C-1D35-2B5BE652199D}"/>
              </a:ext>
            </a:extLst>
          </p:cNvPr>
          <p:cNvSpPr>
            <a:spLocks noGrp="1"/>
          </p:cNvSpPr>
          <p:nvPr>
            <p:ph type="dt" sz="half" idx="10"/>
          </p:nvPr>
        </p:nvSpPr>
        <p:spPr/>
        <p:txBody>
          <a:bodyPr/>
          <a:lstStyle/>
          <a:p>
            <a:fld id="{69AE50BB-FE55-4F45-B460-B5BF3CD2BA72}" type="datetime1">
              <a:rPr lang="en-US" smtClean="0"/>
              <a:t>11/14/2025</a:t>
            </a:fld>
            <a:endParaRPr lang="en-US"/>
          </a:p>
        </p:txBody>
      </p:sp>
      <p:sp>
        <p:nvSpPr>
          <p:cNvPr id="13" name="Slide Number Placeholder 12">
            <a:extLst>
              <a:ext uri="{FF2B5EF4-FFF2-40B4-BE49-F238E27FC236}">
                <a16:creationId xmlns:a16="http://schemas.microsoft.com/office/drawing/2014/main" id="{047450B0-6060-60C9-5AC2-20186A242445}"/>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32487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F92C9D0B-C1A3-434D-9CF9-A666A14DD8A1}" type="datetime1">
              <a:rPr lang="en-US" smtClean="0"/>
              <a:t>11/14/2025</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0963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1264785"/>
            <a:ext cx="4479107" cy="4315917"/>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22A59EF-3E61-0654-D289-2E1D6B738BA9}"/>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1264782"/>
            <a:ext cx="5869293" cy="43159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1E4E1FBF-A73A-1962-4961-FD2DDB212A04}"/>
              </a:ext>
            </a:extLst>
          </p:cNvPr>
          <p:cNvSpPr>
            <a:spLocks noGrp="1"/>
          </p:cNvSpPr>
          <p:nvPr>
            <p:ph type="dt" sz="half" idx="10"/>
          </p:nvPr>
        </p:nvSpPr>
        <p:spPr>
          <a:xfrm>
            <a:off x="5751577" y="207982"/>
            <a:ext cx="1921315" cy="413360"/>
          </a:xfrm>
        </p:spPr>
        <p:txBody>
          <a:bodyPr/>
          <a:lstStyle/>
          <a:p>
            <a:fld id="{A160C79D-A598-4F1A-884F-A703D5B0FD7B}" type="datetime1">
              <a:rPr lang="en-US" smtClean="0"/>
              <a:t>11/14/2025</a:t>
            </a:fld>
            <a:endParaRPr lang="en-US"/>
          </a:p>
        </p:txBody>
      </p:sp>
      <p:sp>
        <p:nvSpPr>
          <p:cNvPr id="11" name="Slide Number Placeholder 10">
            <a:extLst>
              <a:ext uri="{FF2B5EF4-FFF2-40B4-BE49-F238E27FC236}">
                <a16:creationId xmlns:a16="http://schemas.microsoft.com/office/drawing/2014/main" id="{EB5754BB-F3CF-1B1E-E0B8-85D0578CB61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787587"/>
            <a:ext cx="0" cy="527031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93491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742A22FE-7CAA-4561-B3B2-F8D8C37BE3D2}" type="datetime1">
              <a:rPr lang="en-US" smtClean="0"/>
              <a:t>11/14/2025</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410157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1034473"/>
            <a:ext cx="11420337" cy="1582221"/>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974109"/>
            <a:ext cx="11420336" cy="34015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E617F9A-AF72-E9F9-FE67-264CFD0B855C}"/>
              </a:ext>
            </a:extLst>
          </p:cNvPr>
          <p:cNvSpPr>
            <a:spLocks noGrp="1"/>
          </p:cNvSpPr>
          <p:nvPr>
            <p:ph type="ftr" sz="quarter" idx="11"/>
          </p:nvPr>
        </p:nvSpPr>
        <p:spPr/>
        <p:txBody>
          <a:bodyPr/>
          <a:lstStyle/>
          <a:p>
            <a:r>
              <a:rPr lang="en-US" dirty="0"/>
              <a:t>Footer Text</a:t>
            </a:r>
          </a:p>
        </p:txBody>
      </p:sp>
      <p:sp>
        <p:nvSpPr>
          <p:cNvPr id="8" name="Date Placeholder 7">
            <a:extLst>
              <a:ext uri="{FF2B5EF4-FFF2-40B4-BE49-F238E27FC236}">
                <a16:creationId xmlns:a16="http://schemas.microsoft.com/office/drawing/2014/main" id="{70522668-B624-9A0D-743B-874B6468AC18}"/>
              </a:ext>
            </a:extLst>
          </p:cNvPr>
          <p:cNvSpPr>
            <a:spLocks noGrp="1"/>
          </p:cNvSpPr>
          <p:nvPr>
            <p:ph type="dt" sz="half" idx="10"/>
          </p:nvPr>
        </p:nvSpPr>
        <p:spPr/>
        <p:txBody>
          <a:bodyPr/>
          <a:lstStyle/>
          <a:p>
            <a:fld id="{7DD67DB9-842B-4031-A4D5-ECF9E159B606}" type="datetime1">
              <a:rPr lang="en-US" smtClean="0"/>
              <a:t>11/14/2025</a:t>
            </a:fld>
            <a:endParaRPr lang="en-US"/>
          </a:p>
        </p:txBody>
      </p:sp>
      <p:sp>
        <p:nvSpPr>
          <p:cNvPr id="10" name="Slide Number Placeholder 9">
            <a:extLst>
              <a:ext uri="{FF2B5EF4-FFF2-40B4-BE49-F238E27FC236}">
                <a16:creationId xmlns:a16="http://schemas.microsoft.com/office/drawing/2014/main" id="{F09EC300-3CBF-3BA7-991F-4143EBA209C4}"/>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2703185"/>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549257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5088" y="1249959"/>
            <a:ext cx="3578905" cy="5125673"/>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34E7AB67-A25E-F99D-7053-223A31AB4A91}"/>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75958" y="1249958"/>
            <a:ext cx="7022846" cy="53629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44B773E1-C0C5-10BC-5283-0943095DF2D9}"/>
              </a:ext>
            </a:extLst>
          </p:cNvPr>
          <p:cNvSpPr>
            <a:spLocks noGrp="1"/>
          </p:cNvSpPr>
          <p:nvPr>
            <p:ph type="dt" sz="half" idx="10"/>
          </p:nvPr>
        </p:nvSpPr>
        <p:spPr>
          <a:xfrm>
            <a:off x="4775958" y="207982"/>
            <a:ext cx="1921315" cy="413360"/>
          </a:xfrm>
        </p:spPr>
        <p:txBody>
          <a:bodyPr/>
          <a:lstStyle/>
          <a:p>
            <a:fld id="{CBE35CD3-9190-4B1C-AA9F-C899B0873567}" type="datetime1">
              <a:rPr lang="en-US" smtClean="0"/>
              <a:t>11/14/2025</a:t>
            </a:fld>
            <a:endParaRPr lang="en-US"/>
          </a:p>
        </p:txBody>
      </p:sp>
      <p:sp>
        <p:nvSpPr>
          <p:cNvPr id="10" name="Slide Number Placeholder 9">
            <a:extLst>
              <a:ext uri="{FF2B5EF4-FFF2-40B4-BE49-F238E27FC236}">
                <a16:creationId xmlns:a16="http://schemas.microsoft.com/office/drawing/2014/main" id="{8E615B6D-D0FF-BC11-9C32-FDA7B7D08BA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336321"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586036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83140"/>
            <a:ext cx="11452341"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2" name="Footer Placeholder 11">
            <a:extLst>
              <a:ext uri="{FF2B5EF4-FFF2-40B4-BE49-F238E27FC236}">
                <a16:creationId xmlns:a16="http://schemas.microsoft.com/office/drawing/2014/main" id="{E3CC60A8-3DE8-B0E7-1EC5-2B337CF2BA7D}"/>
              </a:ext>
            </a:extLst>
          </p:cNvPr>
          <p:cNvSpPr>
            <a:spLocks noGrp="1"/>
          </p:cNvSpPr>
          <p:nvPr>
            <p:ph type="ftr" sz="quarter" idx="11"/>
          </p:nvPr>
        </p:nvSpPr>
        <p:spPr/>
        <p:txBody>
          <a:bodyPr/>
          <a:lstStyle/>
          <a:p>
            <a:r>
              <a:rPr lang="en-US" dirty="0"/>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1743311"/>
            <a:ext cx="11452342" cy="491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E47EB01C-FB71-1416-6F69-B25D90D39C0F}"/>
              </a:ext>
            </a:extLst>
          </p:cNvPr>
          <p:cNvSpPr>
            <a:spLocks noGrp="1"/>
          </p:cNvSpPr>
          <p:nvPr>
            <p:ph type="dt" sz="half" idx="10"/>
          </p:nvPr>
        </p:nvSpPr>
        <p:spPr/>
        <p:txBody>
          <a:bodyPr/>
          <a:lstStyle/>
          <a:p>
            <a:fld id="{52A7ABF8-FBB9-4C71-BBD7-96C5E24AE291}" type="datetime1">
              <a:rPr lang="en-US" smtClean="0"/>
              <a:t>11/14/2025</a:t>
            </a:fld>
            <a:endParaRPr lang="en-US"/>
          </a:p>
        </p:txBody>
      </p:sp>
      <p:sp>
        <p:nvSpPr>
          <p:cNvPr id="13" name="Slide Number Placeholder 12">
            <a:extLst>
              <a:ext uri="{FF2B5EF4-FFF2-40B4-BE49-F238E27FC236}">
                <a16:creationId xmlns:a16="http://schemas.microsoft.com/office/drawing/2014/main" id="{8E842DA4-700F-A2D4-6AB8-0BAEDF3210B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C5BF1F3F-87E2-1270-FB4D-FD251AD7E63C}"/>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12398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491FA625-EDE8-4CCD-93F2-36B8EAED6AA1}"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5192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649965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1"/>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364879" y="210311"/>
            <a:ext cx="1679642" cy="411480"/>
          </a:xfrm>
        </p:spPr>
        <p:txBody>
          <a:bodyPr/>
          <a:lstStyle/>
          <a:p>
            <a:fld id="{18520A44-1A63-4FB7-80E4-61FF907A138E}"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6147480"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2944368"/>
            <a:ext cx="6499657"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77621" y="0"/>
            <a:ext cx="4914379"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272857"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40582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r>
              <a:rPr lang="en-US" dirty="0"/>
              <a:t>Footer Text</a:t>
            </a:r>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5824A7B9-17B9-4425-9158-739F678A55EB}" type="datetime1">
              <a:rPr lang="en-US" smtClean="0"/>
              <a:t>11/14/2025</a:t>
            </a:fld>
            <a:endParaRPr lang="en-US" dirty="0"/>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85391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r>
              <a:rPr lang="en-US" dirty="0"/>
              <a:t>Footer Text</a:t>
            </a:r>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28E8FF4C-7F6A-4962-9270-F797B8959287}" type="datetime1">
              <a:rPr lang="en-US" smtClean="0"/>
              <a:t>11/14/2025</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79240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749808"/>
            <a:ext cx="416367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7520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73675" y="210312"/>
            <a:ext cx="1058111" cy="411480"/>
          </a:xfrm>
        </p:spPr>
        <p:txBody>
          <a:bodyPr/>
          <a:lstStyle/>
          <a:p>
            <a:fld id="{A2955807-6726-42C9-B7D5-F5CAD1E31DC0}" type="datetime1">
              <a:rPr lang="en-US" smtClean="0"/>
              <a:t>11/14/2025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54543" y="210312"/>
            <a:ext cx="440969"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61" y="2944368"/>
            <a:ext cx="4163674"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881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3670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064F86E1-145A-4683-AD05-97E7E41B4995}" type="datetime1">
              <a:rPr lang="en-US" smtClean="0"/>
              <a:t>11/14/2025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682849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670308" y="853949"/>
            <a:ext cx="4102574" cy="151607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1" y="0"/>
            <a:ext cx="7285976"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7670308" y="213482"/>
            <a:ext cx="2129674"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930367" y="210312"/>
            <a:ext cx="1216834" cy="411480"/>
          </a:xfrm>
        </p:spPr>
        <p:txBody>
          <a:bodyPr/>
          <a:lstStyle/>
          <a:p>
            <a:fld id="{3E021DF1-F92E-444A-9AEF-304BD60FF6DA}"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26453" y="210312"/>
            <a:ext cx="679998"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70308" y="2578607"/>
            <a:ext cx="4102585"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19E9D652-D7DE-25C0-FCD7-3031AEEB0C6C}"/>
              </a:ext>
            </a:extLst>
          </p:cNvPr>
          <p:cNvCxnSpPr>
            <a:cxnSpLocks/>
          </p:cNvCxnSpPr>
          <p:nvPr/>
        </p:nvCxnSpPr>
        <p:spPr>
          <a:xfrm>
            <a:off x="7291894"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73703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96B14CE5-CB23-4F24-AF40-FFA10F25B799}"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74726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C939A3FF-4925-4C53-B6D9-F2B1807D4179}" type="datetime1">
              <a:rPr lang="en-US" smtClean="0"/>
              <a:t>11/14/2025</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32185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3"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58B12C2E-FD87-6FEB-F35D-ABCDF00C8DFA}"/>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85656A87-5539-46DA-CF5D-F2506ECA3F8D}"/>
              </a:ext>
            </a:extLst>
          </p:cNvPr>
          <p:cNvSpPr>
            <a:spLocks noGrp="1"/>
          </p:cNvSpPr>
          <p:nvPr>
            <p:ph type="dt" sz="half" idx="14"/>
          </p:nvPr>
        </p:nvSpPr>
        <p:spPr/>
        <p:txBody>
          <a:bodyPr/>
          <a:lstStyle/>
          <a:p>
            <a:fld id="{C3A045AE-50EB-46C6-B8D1-C8DF92FBD24F}" type="datetime1">
              <a:rPr lang="en-US" smtClean="0"/>
              <a:t>11/14/2025</a:t>
            </a:fld>
            <a:endParaRPr lang="en-US"/>
          </a:p>
        </p:txBody>
      </p:sp>
      <p:sp>
        <p:nvSpPr>
          <p:cNvPr id="12" name="Slide Number Placeholder 11">
            <a:extLst>
              <a:ext uri="{FF2B5EF4-FFF2-40B4-BE49-F238E27FC236}">
                <a16:creationId xmlns:a16="http://schemas.microsoft.com/office/drawing/2014/main" id="{01AB7173-DF2F-B8EA-F83D-4C7263C765EB}"/>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1834525"/>
            <a:ext cx="4905942" cy="50234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2911" y="2180556"/>
            <a:ext cx="6435936" cy="430476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4914379"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8833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7"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BBEAB049-8AFC-5262-0ECB-2E9CDA2066B9}"/>
              </a:ext>
            </a:extLst>
          </p:cNvPr>
          <p:cNvSpPr>
            <a:spLocks noGrp="1"/>
          </p:cNvSpPr>
          <p:nvPr>
            <p:ph type="ftr" sz="quarter" idx="15"/>
          </p:nvPr>
        </p:nvSpPr>
        <p:spPr/>
        <p:txBody>
          <a:bodyPr/>
          <a:lstStyle/>
          <a:p>
            <a:r>
              <a:rPr lang="en-US" dirty="0"/>
              <a:t>Footer Text</a:t>
            </a:r>
          </a:p>
        </p:txBody>
      </p:sp>
      <p:sp>
        <p:nvSpPr>
          <p:cNvPr id="7" name="Date Placeholder 6">
            <a:extLst>
              <a:ext uri="{FF2B5EF4-FFF2-40B4-BE49-F238E27FC236}">
                <a16:creationId xmlns:a16="http://schemas.microsoft.com/office/drawing/2014/main" id="{6E26863A-85CF-52FA-E2B2-AF70382C6922}"/>
              </a:ext>
            </a:extLst>
          </p:cNvPr>
          <p:cNvSpPr>
            <a:spLocks noGrp="1"/>
          </p:cNvSpPr>
          <p:nvPr>
            <p:ph type="dt" sz="half" idx="14"/>
          </p:nvPr>
        </p:nvSpPr>
        <p:spPr/>
        <p:txBody>
          <a:bodyPr/>
          <a:lstStyle/>
          <a:p>
            <a:fld id="{E1987558-2E71-415A-A90B-E63D7A0329F1}" type="datetime1">
              <a:rPr lang="en-US" smtClean="0"/>
              <a:t>11/14/2025</a:t>
            </a:fld>
            <a:endParaRPr lang="en-US"/>
          </a:p>
        </p:txBody>
      </p:sp>
      <p:sp>
        <p:nvSpPr>
          <p:cNvPr id="12" name="Slide Number Placeholder 11">
            <a:extLst>
              <a:ext uri="{FF2B5EF4-FFF2-40B4-BE49-F238E27FC236}">
                <a16:creationId xmlns:a16="http://schemas.microsoft.com/office/drawing/2014/main" id="{1DF7822C-4885-9FA2-F9E5-E0B61BDDB41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6419605" cy="437535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86058" y="1834525"/>
            <a:ext cx="490594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7286058"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41800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220747AD-BB60-464B-B16B-6CC7DCEAA31E}"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07167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4364336"/>
            <a:ext cx="3593592" cy="164772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3985863"/>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0" y="4321099"/>
            <a:ext cx="7136195" cy="206742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5"/>
            <a:ext cx="2962656" cy="36576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0" y="6437375"/>
            <a:ext cx="4549414" cy="365760"/>
          </a:xfrm>
        </p:spPr>
        <p:txBody>
          <a:bodyPr/>
          <a:lstStyle/>
          <a:p>
            <a:fld id="{9215AEAD-579C-4AC1-88F0-8AB8BCFD43FD}"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3657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3985863"/>
            <a:ext cx="0" cy="287213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985863"/>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69209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3593592" cy="164212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210311"/>
            <a:ext cx="4549413" cy="411480"/>
          </a:xfrm>
        </p:spPr>
        <p:txBody>
          <a:bodyPr/>
          <a:lstStyle/>
          <a:p>
            <a:fld id="{6F2DDD3F-C716-416F-92A0-B3CC5AC8AFF6}"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717941"/>
            <a:ext cx="7073776" cy="206654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3048520"/>
            <a:ext cx="12198096" cy="3809480"/>
          </a:xfrm>
          <a:blipFill>
            <a:blip r:embed="rId2">
              <a:alphaModFix amt="80000"/>
            </a:blip>
            <a:stretch>
              <a:fillRect/>
            </a:stretch>
          </a:blipFill>
        </p:spPr>
        <p:txBody>
          <a:bodyPr/>
          <a:lstStyle>
            <a:lvl1pPr marL="0" indent="0">
              <a:buNone/>
              <a:defRPr/>
            </a:lvl1pPr>
          </a:lstStyle>
          <a:p>
            <a:r>
              <a:rPr lang="en-US" dirty="0"/>
              <a:t> </a:t>
            </a:r>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0"/>
            <a:ext cx="0" cy="3045465"/>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045465"/>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42916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4392B674-7AB8-8272-87B1-5B7038F7CB85}"/>
              </a:ext>
            </a:extLst>
          </p:cNvPr>
          <p:cNvSpPr>
            <a:spLocks noGrp="1"/>
          </p:cNvSpPr>
          <p:nvPr>
            <p:ph type="pic" sz="quarter" idx="13" hasCustomPrompt="1"/>
          </p:nvPr>
        </p:nvSpPr>
        <p:spPr>
          <a:xfrm>
            <a:off x="0" y="0"/>
            <a:ext cx="12191996" cy="6858000"/>
          </a:xfrm>
          <a:custGeom>
            <a:avLst/>
            <a:gdLst>
              <a:gd name="connsiteX0" fmla="*/ 795631 w 12191996"/>
              <a:gd name="connsiteY0" fmla="*/ 789997 h 6858000"/>
              <a:gd name="connsiteX1" fmla="*/ 795631 w 12191996"/>
              <a:gd name="connsiteY1" fmla="*/ 6068003 h 6858000"/>
              <a:gd name="connsiteX2" fmla="*/ 4649508 w 12191996"/>
              <a:gd name="connsiteY2" fmla="*/ 6068003 h 6858000"/>
              <a:gd name="connsiteX3" fmla="*/ 4649508 w 12191996"/>
              <a:gd name="connsiteY3" fmla="*/ 789997 h 6858000"/>
              <a:gd name="connsiteX4" fmla="*/ 0 w 12191996"/>
              <a:gd name="connsiteY4" fmla="*/ 0 h 6858000"/>
              <a:gd name="connsiteX5" fmla="*/ 12191996 w 12191996"/>
              <a:gd name="connsiteY5" fmla="*/ 0 h 6858000"/>
              <a:gd name="connsiteX6" fmla="*/ 12191996 w 12191996"/>
              <a:gd name="connsiteY6" fmla="*/ 6858000 h 6858000"/>
              <a:gd name="connsiteX7" fmla="*/ 0 w 121919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6" h="6858000">
                <a:moveTo>
                  <a:pt x="795631" y="789997"/>
                </a:moveTo>
                <a:lnTo>
                  <a:pt x="795631" y="6068003"/>
                </a:lnTo>
                <a:lnTo>
                  <a:pt x="4649508" y="6068003"/>
                </a:lnTo>
                <a:lnTo>
                  <a:pt x="4649508" y="789997"/>
                </a:lnTo>
                <a:close/>
                <a:moveTo>
                  <a:pt x="0" y="0"/>
                </a:moveTo>
                <a:lnTo>
                  <a:pt x="12191996" y="0"/>
                </a:lnTo>
                <a:lnTo>
                  <a:pt x="121919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95631" y="789997"/>
            <a:ext cx="3853877" cy="5280546"/>
          </a:xfrm>
          <a:solidFill>
            <a:schemeClr val="bg2"/>
          </a:solidFill>
          <a:ln>
            <a:solidFill>
              <a:schemeClr val="tx2"/>
            </a:solidFill>
          </a:ln>
        </p:spPr>
        <p:txBody>
          <a:bodyPr vert="horz" lIns="45720" tIns="320040" rIns="91440" bIns="3840480" rtlCol="0" anchor="t">
            <a:normAutofit/>
          </a:bodyPr>
          <a:lstStyle>
            <a:lvl1pPr marL="182880">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688899" cy="411480"/>
          </a:xfrm>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129520" y="210312"/>
            <a:ext cx="1060704" cy="411480"/>
          </a:xfrm>
        </p:spPr>
        <p:txBody>
          <a:bodyPr/>
          <a:lstStyle>
            <a:lvl1pPr>
              <a:defRPr>
                <a:solidFill>
                  <a:srgbClr val="FFFFFF"/>
                </a:solidFill>
                <a:effectLst>
                  <a:outerShdw blurRad="38100" dist="38100" dir="2700000" algn="tl">
                    <a:srgbClr val="000000">
                      <a:alpha val="43137"/>
                    </a:srgbClr>
                  </a:outerShdw>
                </a:effectLst>
              </a:defRPr>
            </a:lvl1pPr>
          </a:lstStyle>
          <a:p>
            <a:fld id="{A1EA33C4-6E91-4A95-864E-A6A838FBE588}"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103061" y="210312"/>
            <a:ext cx="546447" cy="413360"/>
          </a:xfrm>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1051559" y="2356793"/>
            <a:ext cx="3364992" cy="3467535"/>
          </a:xfrm>
          <a:solidFill>
            <a:schemeClr val="bg2"/>
          </a:solidFill>
          <a:ln>
            <a:noFill/>
          </a:ln>
          <a:effectLst>
            <a:outerShdw dist="12700" dir="16200000" rotWithShape="0">
              <a:prstClr val="black"/>
            </a:outerShdw>
          </a:effectLst>
        </p:spPr>
        <p:txBody>
          <a:bodyPr lIns="45720" tIns="137160" rIns="45720" anchor="ctr">
            <a:normAutofit/>
          </a:bodyPr>
          <a:lstStyle>
            <a:lvl1pPr marL="0">
              <a:defRPr/>
            </a:lvl1pPr>
            <a:lvl2pPr marL="0">
              <a:defRPr/>
            </a:lvl2pPr>
            <a:lvl3pPr marL="0">
              <a:defRPr/>
            </a:lvl3pPr>
            <a:lvl4pPr marL="0">
              <a:defRPr/>
            </a:lvl4pPr>
            <a:lvl5pPr mar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164971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r>
              <a:rPr lang="en-US" dirty="0"/>
              <a:t>Footer Text</a:t>
            </a:r>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B340F08F-40FA-4D3B-96CF-F8FAF483E9A7}" type="datetime1">
              <a:rPr lang="en-US" smtClean="0"/>
              <a:t>11/14/2025</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794349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762002"/>
            <a:ext cx="5294939"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70F70C4A-BA92-6BFC-3B1F-307DC253CC2B}"/>
              </a:ext>
            </a:extLst>
          </p:cNvPr>
          <p:cNvSpPr>
            <a:spLocks noGrp="1"/>
          </p:cNvSpPr>
          <p:nvPr>
            <p:ph type="ftr" sz="quarter" idx="15"/>
          </p:nvPr>
        </p:nvSpPr>
        <p:spPr/>
        <p:txBody>
          <a:bodyPr/>
          <a:lstStyle/>
          <a:p>
            <a:r>
              <a:rPr lang="en-US" dirty="0"/>
              <a:t>Footer Text</a:t>
            </a:r>
          </a:p>
        </p:txBody>
      </p:sp>
      <p:sp>
        <p:nvSpPr>
          <p:cNvPr id="8" name="Date Placeholder 7">
            <a:extLst>
              <a:ext uri="{FF2B5EF4-FFF2-40B4-BE49-F238E27FC236}">
                <a16:creationId xmlns:a16="http://schemas.microsoft.com/office/drawing/2014/main" id="{E2862A36-3103-C394-ACDE-9712D22EC1E9}"/>
              </a:ext>
            </a:extLst>
          </p:cNvPr>
          <p:cNvSpPr>
            <a:spLocks noGrp="1"/>
          </p:cNvSpPr>
          <p:nvPr>
            <p:ph type="dt" sz="half" idx="14"/>
          </p:nvPr>
        </p:nvSpPr>
        <p:spPr>
          <a:xfrm>
            <a:off x="6340642" y="207982"/>
            <a:ext cx="1921315" cy="413360"/>
          </a:xfrm>
        </p:spPr>
        <p:txBody>
          <a:bodyPr/>
          <a:lstStyle/>
          <a:p>
            <a:fld id="{025BF5DA-9B72-4C47-B5EF-1EED5B08EE79}" type="datetime1">
              <a:rPr lang="en-US" smtClean="0"/>
              <a:t>11/14/2025</a:t>
            </a:fld>
            <a:endParaRPr lang="en-US"/>
          </a:p>
        </p:txBody>
      </p:sp>
      <p:sp>
        <p:nvSpPr>
          <p:cNvPr id="11" name="Slide Number Placeholder 10">
            <a:extLst>
              <a:ext uri="{FF2B5EF4-FFF2-40B4-BE49-F238E27FC236}">
                <a16:creationId xmlns:a16="http://schemas.microsoft.com/office/drawing/2014/main" id="{E054C547-CF4F-67F9-FBC5-A0BE282578D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2442689"/>
            <a:ext cx="5875421"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6340642" y="762000"/>
            <a:ext cx="5432239"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58754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5875423"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47710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EB5EDF0F-3515-4895-B663-882304741893}"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73189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1152143"/>
            <a:ext cx="4350052" cy="2620959"/>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64000" y="210312"/>
            <a:ext cx="1569350" cy="411480"/>
          </a:xfrm>
        </p:spPr>
        <p:txBody>
          <a:bodyPr/>
          <a:lstStyle/>
          <a:p>
            <a:fld id="{B534C9EB-6793-4BE3-BB6C-BE53FADDC8D1}"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4089769"/>
            <a:ext cx="4921917" cy="2777751"/>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3" y="1152144"/>
            <a:ext cx="6414499" cy="5401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083425"/>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91408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7874" y="5197449"/>
            <a:ext cx="4244126" cy="146304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58383" y="210312"/>
            <a:ext cx="1569350" cy="411480"/>
          </a:xfrm>
        </p:spPr>
        <p:txBody>
          <a:bodyPr/>
          <a:lstStyle/>
          <a:p>
            <a:fld id="{0E608933-3727-45F8-8E35-F46170696AC2}"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794335"/>
            <a:ext cx="4921917" cy="4047478"/>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152144"/>
            <a:ext cx="6382512" cy="5340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841814"/>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09443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05B29ED0-7871-4976-8402-1756C1FAC1EA}"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9034794"/>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0624" y="5349240"/>
            <a:ext cx="11414692" cy="1225296"/>
          </a:xfrm>
        </p:spPr>
        <p:txBody>
          <a:bodyPr anchor="t">
            <a:normAutofit/>
          </a:bodyPr>
          <a:lstStyle>
            <a:lvl1pPr>
              <a:lnSpc>
                <a:spcPct val="80000"/>
              </a:lnSpc>
              <a:defRPr sz="4000" cap="all" spc="100" baseline="0">
                <a:solidFill>
                  <a:schemeClr val="tx2"/>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219455" y="1188321"/>
            <a:ext cx="11615861" cy="4258079"/>
          </a:xfrm>
        </p:spPr>
        <p:txBody>
          <a:bodyPr vert="horz" lIns="91440" tIns="45720" rIns="91440" bIns="45720" rtlCol="0" anchor="b">
            <a:normAutofit/>
          </a:bodyPr>
          <a:lstStyle>
            <a:lvl1pPr marL="0" indent="0">
              <a:lnSpc>
                <a:spcPct val="70000"/>
              </a:lnSpc>
              <a:buNone/>
              <a:defRPr lang="en-US" sz="40100" dirty="0">
                <a:ln>
                  <a:solidFill>
                    <a:schemeClr val="tx2"/>
                  </a:solidFill>
                </a:ln>
                <a:solidFill>
                  <a:schemeClr val="bg2"/>
                </a:solidFill>
                <a:latin typeface="+mj-lt"/>
              </a:defRPr>
            </a:lvl1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normAutofit/>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FFB8A85C-40AB-478D-AA51-CA7D29CEF737}"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367407E9-9629-73EA-8583-87EC092046E4}"/>
              </a:ext>
            </a:extLst>
          </p:cNvPr>
          <p:cNvCxnSpPr>
            <a:cxnSpLocks/>
          </p:cNvCxnSpPr>
          <p:nvPr/>
        </p:nvCxnSpPr>
        <p:spPr>
          <a:xfrm>
            <a:off x="0" y="50559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1EB09F8-0C93-A873-28FE-48A38B4CEAD9}"/>
              </a:ext>
            </a:extLst>
          </p:cNvPr>
          <p:cNvCxnSpPr>
            <a:cxnSpLocks/>
          </p:cNvCxnSpPr>
          <p:nvPr/>
        </p:nvCxnSpPr>
        <p:spPr>
          <a:xfrm>
            <a:off x="0" y="7887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009694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tx2"/>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FEA22AB6-0BB7-4DCA-85DA-8246194506D3}"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79605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Number Larg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1480" y="5172725"/>
            <a:ext cx="11356848" cy="777240"/>
          </a:xfrm>
        </p:spPr>
        <p:txBody>
          <a:bodyPr anchor="ctr">
            <a:normAutofit/>
          </a:bodyPr>
          <a:lstStyle>
            <a:lvl1pPr algn="ctr">
              <a:lnSpc>
                <a:spcPct val="110000"/>
              </a:lnSpc>
              <a:defRPr sz="2000" cap="all" spc="100" baseline="0">
                <a:solidFill>
                  <a:schemeClr val="tx2">
                    <a:lumMod val="90000"/>
                  </a:schemeClr>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822960" y="1201036"/>
            <a:ext cx="10543032" cy="4050792"/>
          </a:xfrm>
        </p:spPr>
        <p:txBody>
          <a:bodyPr vert="horz" lIns="91440" tIns="45720" rIns="91440" bIns="45720" rtlCol="0" anchor="t">
            <a:normAutofit/>
          </a:bodyPr>
          <a:lstStyle>
            <a:lvl1pPr marL="0" indent="0" algn="ctr">
              <a:lnSpc>
                <a:spcPct val="70000"/>
              </a:lnSpc>
              <a:buNone/>
              <a:defRPr lang="en-US" sz="40100" dirty="0">
                <a:solidFill>
                  <a:schemeClr val="tx2">
                    <a:lumMod val="90000"/>
                  </a:schemeClr>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54495"/>
            <a:ext cx="2962656" cy="411480"/>
          </a:xfrm>
        </p:spPr>
        <p:txBody>
          <a:bodyPr/>
          <a:lstStyle>
            <a:lvl1pPr>
              <a:defRPr>
                <a:solidFill>
                  <a:schemeClr val="tx2">
                    <a:lumMod val="90000"/>
                  </a:schemeClr>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54495"/>
            <a:ext cx="1679642" cy="411480"/>
          </a:xfrm>
        </p:spPr>
        <p:txBody>
          <a:bodyPr/>
          <a:lstStyle>
            <a:lvl1pPr>
              <a:defRPr>
                <a:solidFill>
                  <a:schemeClr val="tx2">
                    <a:lumMod val="90000"/>
                  </a:schemeClr>
                </a:solidFill>
              </a:defRPr>
            </a:lvl1pPr>
          </a:lstStyle>
          <a:p>
            <a:fld id="{C5FEC425-38EB-4C31-A115-909870F4944E}"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54496"/>
            <a:ext cx="546447" cy="413360"/>
          </a:xfrm>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2059084B-1C57-0F86-56B0-E7DC2934BA40}"/>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344636A-F38C-DF3B-6439-B5B73A797B53}"/>
              </a:ext>
            </a:extLst>
          </p:cNvPr>
          <p:cNvCxnSpPr>
            <a:cxnSpLocks/>
          </p:cNvCxnSpPr>
          <p:nvPr/>
        </p:nvCxnSpPr>
        <p:spPr>
          <a:xfrm>
            <a:off x="0" y="5274776"/>
            <a:ext cx="12192000"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8086585"/>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453B8C54-B76A-4DD8-BD0B-11200408342B}" type="datetime1">
              <a:rPr lang="en-US" smtClean="0"/>
              <a:t>11/14/2025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753D0FD4-819D-4187-8797-C35567B41C78}" type="slidenum">
              <a:rPr lang="en-US" smtClean="0"/>
              <a:t>‹#›</a:t>
            </a:fld>
            <a:endParaRPr lang="en-US" dirty="0"/>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151022"/>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576945" y="1341912"/>
            <a:ext cx="7024439" cy="4120737"/>
          </a:xfrm>
        </p:spPr>
        <p:txBody>
          <a:bodyPr anchor="ctr">
            <a:normAutofit/>
          </a:bodyPr>
          <a:lstStyle>
            <a:lvl1pPr marL="0" indent="0" algn="ctr">
              <a:lnSpc>
                <a:spcPct val="75000"/>
              </a:lnSpc>
              <a:buNone/>
              <a:defRPr sz="5400" b="0">
                <a:solidFill>
                  <a:schemeClr val="tx2"/>
                </a:solidFill>
                <a:latin typeface="+mj-lt"/>
              </a:defRPr>
            </a:lvl1pPr>
            <a:lvl2pPr marL="228600" indent="0" algn="ctr">
              <a:lnSpc>
                <a:spcPct val="75000"/>
              </a:lnSpc>
              <a:buNone/>
              <a:defRPr sz="4800" b="0">
                <a:solidFill>
                  <a:schemeClr val="tx2"/>
                </a:solidFill>
                <a:latin typeface="+mj-lt"/>
              </a:defRPr>
            </a:lvl2pPr>
            <a:lvl3pPr marL="457200" indent="0" algn="ctr">
              <a:lnSpc>
                <a:spcPct val="75000"/>
              </a:lnSpc>
              <a:buNone/>
              <a:defRPr sz="4400" b="0">
                <a:solidFill>
                  <a:schemeClr val="tx2"/>
                </a:solidFill>
                <a:latin typeface="+mj-lt"/>
              </a:defRPr>
            </a:lvl3pPr>
            <a:lvl4pPr marL="685800" indent="0" algn="ctr">
              <a:lnSpc>
                <a:spcPct val="75000"/>
              </a:lnSpc>
              <a:buNone/>
              <a:defRPr sz="4000" b="0">
                <a:solidFill>
                  <a:schemeClr val="tx2"/>
                </a:solidFill>
                <a:latin typeface="+mj-lt"/>
              </a:defRPr>
            </a:lvl4pPr>
            <a:lvl5pPr marL="914400" indent="0" algn="ctr">
              <a:lnSpc>
                <a:spcPct val="75000"/>
              </a:lnSpc>
              <a:buNone/>
              <a:defRPr sz="36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2" y="6264164"/>
            <a:ext cx="1679642" cy="413360"/>
          </a:xfrm>
        </p:spPr>
        <p:txBody>
          <a:bodyPr/>
          <a:lstStyle>
            <a:lvl1pPr>
              <a:defRPr>
                <a:solidFill>
                  <a:schemeClr val="tx2"/>
                </a:solidFill>
              </a:defRPr>
            </a:lvl1pPr>
          </a:lstStyle>
          <a:p>
            <a:fld id="{66BE189A-7DFE-4578-A781-50D475212B90}" type="datetime1">
              <a:rPr lang="en-US" smtClean="0"/>
              <a:t>11/14/2025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008063B-506A-41A1-A6EA-745A876C5191}"/>
              </a:ext>
            </a:extLst>
          </p:cNvPr>
          <p:cNvCxnSpPr>
            <a:cxnSpLocks/>
          </p:cNvCxnSpPr>
          <p:nvPr/>
        </p:nvCxnSpPr>
        <p:spPr>
          <a:xfrm>
            <a:off x="0" y="78162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2758C90-B148-7153-9C80-0F1076997894}"/>
              </a:ext>
            </a:extLst>
          </p:cNvPr>
          <p:cNvCxnSpPr>
            <a:cxnSpLocks/>
          </p:cNvCxnSpPr>
          <p:nvPr/>
        </p:nvCxnSpPr>
        <p:spPr>
          <a:xfrm>
            <a:off x="1693484"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5474C37-D361-EDB7-BCC5-35E1A6EC3D9B}"/>
              </a:ext>
            </a:extLst>
          </p:cNvPr>
          <p:cNvCxnSpPr>
            <a:cxnSpLocks/>
          </p:cNvCxnSpPr>
          <p:nvPr/>
        </p:nvCxnSpPr>
        <p:spPr>
          <a:xfrm>
            <a:off x="10491119"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628751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51725" y="1940090"/>
            <a:ext cx="10392476" cy="4614714"/>
          </a:xfrm>
        </p:spPr>
        <p:txBody>
          <a:bodyPr anchor="b">
            <a:noAutofit/>
          </a:bodyPr>
          <a:lstStyle>
            <a:lvl1pPr marL="0" indent="0">
              <a:lnSpc>
                <a:spcPct val="73000"/>
              </a:lnSpc>
              <a:buNone/>
              <a:defRPr sz="9600" b="0" cap="all" baseline="0">
                <a:solidFill>
                  <a:schemeClr val="tx2">
                    <a:lumMod val="75000"/>
                  </a:schemeClr>
                </a:solidFill>
                <a:latin typeface="+mj-lt"/>
              </a:defRPr>
            </a:lvl1pPr>
            <a:lvl2pPr marL="228600" indent="0">
              <a:lnSpc>
                <a:spcPct val="73000"/>
              </a:lnSpc>
              <a:buNone/>
              <a:defRPr sz="8800" b="0" cap="all" baseline="0">
                <a:solidFill>
                  <a:schemeClr val="tx2">
                    <a:lumMod val="75000"/>
                  </a:schemeClr>
                </a:solidFill>
                <a:latin typeface="+mj-lt"/>
              </a:defRPr>
            </a:lvl2pPr>
            <a:lvl3pPr marL="457200" indent="0">
              <a:lnSpc>
                <a:spcPct val="73000"/>
              </a:lnSpc>
              <a:buNone/>
              <a:defRPr sz="8000" b="0" cap="all" baseline="0">
                <a:solidFill>
                  <a:schemeClr val="tx2">
                    <a:lumMod val="75000"/>
                  </a:schemeClr>
                </a:solidFill>
                <a:latin typeface="+mj-lt"/>
              </a:defRPr>
            </a:lvl3pPr>
            <a:lvl4pPr marL="685800" indent="0">
              <a:lnSpc>
                <a:spcPct val="73000"/>
              </a:lnSpc>
              <a:buNone/>
              <a:defRPr sz="7200" b="0" cap="all" baseline="0">
                <a:solidFill>
                  <a:schemeClr val="tx2">
                    <a:lumMod val="75000"/>
                  </a:schemeClr>
                </a:solidFill>
                <a:latin typeface="+mj-lt"/>
              </a:defRPr>
            </a:lvl4pPr>
            <a:lvl5pPr marL="914400" indent="0">
              <a:lnSpc>
                <a:spcPct val="73000"/>
              </a:lnSpc>
              <a:buNone/>
              <a:defRPr sz="6600" b="0" cap="all" baseline="0">
                <a:solidFill>
                  <a:schemeClr val="tx2">
                    <a:lumMod val="75000"/>
                  </a:schemeClr>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lumMod val="90000"/>
                  </a:schemeClr>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lumMod val="90000"/>
                  </a:schemeClr>
                </a:solidFill>
              </a:defRPr>
            </a:lvl1pPr>
          </a:lstStyle>
          <a:p>
            <a:fld id="{386F9640-8612-4EBB-94A3-9F5B3C3C1651}" type="datetime1">
              <a:rPr lang="en-US" smtClean="0"/>
              <a:t>11/14/2025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3EBBBFEC-32A4-8333-CEC0-6858CB1833EF}"/>
              </a:ext>
            </a:extLst>
          </p:cNvPr>
          <p:cNvCxnSpPr>
            <a:cxnSpLocks/>
          </p:cNvCxnSpPr>
          <p:nvPr/>
        </p:nvCxnSpPr>
        <p:spPr>
          <a:xfrm>
            <a:off x="0" y="789563"/>
            <a:ext cx="12192000" cy="0"/>
          </a:xfrm>
          <a:prstGeom prst="line">
            <a:avLst/>
          </a:prstGeom>
          <a:ln w="9525">
            <a:solidFill>
              <a:schemeClr val="tx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083111"/>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23098" y="-1133856"/>
            <a:ext cx="10090646"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384048"/>
            <a:ext cx="10090646" cy="4783756"/>
          </a:xfrm>
        </p:spPr>
        <p:txBody>
          <a:bodyPr anchor="t">
            <a:noAutofit/>
          </a:bodyPr>
          <a:lstStyle>
            <a:lvl1pPr marL="0" indent="0">
              <a:lnSpc>
                <a:spcPct val="100000"/>
              </a:lnSpc>
              <a:buNone/>
              <a:defRPr sz="7200" b="0">
                <a:solidFill>
                  <a:schemeClr val="accent1"/>
                </a:solidFill>
              </a:defRPr>
            </a:lvl1pPr>
            <a:lvl2pPr marL="228600" indent="0">
              <a:lnSpc>
                <a:spcPct val="100000"/>
              </a:lnSpc>
              <a:buNone/>
              <a:defRPr sz="6600" b="0">
                <a:solidFill>
                  <a:schemeClr val="accent1"/>
                </a:solidFill>
              </a:defRPr>
            </a:lvl2pPr>
            <a:lvl3pPr marL="457200" indent="0">
              <a:lnSpc>
                <a:spcPct val="100000"/>
              </a:lnSpc>
              <a:buNone/>
              <a:defRPr sz="6000" b="0">
                <a:solidFill>
                  <a:schemeClr val="accent1"/>
                </a:solidFill>
              </a:defRPr>
            </a:lvl3pPr>
            <a:lvl4pPr marL="685800" indent="0">
              <a:lnSpc>
                <a:spcPct val="100000"/>
              </a:lnSpc>
              <a:buNone/>
              <a:defRPr sz="5400" b="0">
                <a:solidFill>
                  <a:schemeClr val="accent1"/>
                </a:solidFill>
              </a:defRPr>
            </a:lvl4pPr>
            <a:lvl5pPr marL="914400" indent="0">
              <a:lnSpc>
                <a:spcPct val="100000"/>
              </a:lnSpc>
              <a:buNone/>
              <a:defRPr sz="48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dirty="0"/>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1" y="6264164"/>
            <a:ext cx="2486677" cy="413360"/>
          </a:xfrm>
        </p:spPr>
        <p:txBody>
          <a:bodyPr/>
          <a:lstStyle>
            <a:lvl1pPr>
              <a:defRPr>
                <a:solidFill>
                  <a:schemeClr val="tx2"/>
                </a:solidFill>
              </a:defRPr>
            </a:lvl1pPr>
          </a:lstStyle>
          <a:p>
            <a:fld id="{9A3EC378-394E-4653-8FC8-8296D202D659}" type="datetime1">
              <a:rPr lang="en-US" smtClean="0"/>
              <a:t>11/14/2025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801221"/>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15448BDD-274C-4BED-8350-833672089118}" type="datetime1">
              <a:rPr lang="en-US" smtClean="0"/>
              <a:t>11/14/2025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973800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90288" y="5232212"/>
            <a:ext cx="10515600" cy="749808"/>
          </a:xfrm>
        </p:spPr>
        <p:txBody>
          <a:bodyPr anchor="ctr">
            <a:normAutofit/>
          </a:bodyPr>
          <a:lstStyle>
            <a:lvl1pPr>
              <a:defRPr sz="1600" cap="all"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380011"/>
            <a:ext cx="9400032" cy="4164557"/>
          </a:xfrm>
        </p:spPr>
        <p:txBody>
          <a:bodyPr anchor="t">
            <a:normAutofit/>
          </a:bodyPr>
          <a:lstStyle>
            <a:lvl1pPr marL="274320" indent="-274320">
              <a:lnSpc>
                <a:spcPct val="80000"/>
              </a:lnSpc>
              <a:buNone/>
              <a:defRPr sz="6000" cap="none" baseline="0">
                <a:solidFill>
                  <a:schemeClr val="accent1"/>
                </a:solidFill>
                <a:latin typeface="+mj-lt"/>
              </a:defRPr>
            </a:lvl1pPr>
            <a:lvl2pPr marL="274320" indent="-274320">
              <a:lnSpc>
                <a:spcPct val="80000"/>
              </a:lnSpc>
              <a:buNone/>
              <a:defRPr sz="5400" cap="none" baseline="0">
                <a:solidFill>
                  <a:schemeClr val="accent1"/>
                </a:solidFill>
                <a:latin typeface="+mj-lt"/>
              </a:defRPr>
            </a:lvl2pPr>
            <a:lvl3pPr marL="274320" indent="-274320">
              <a:lnSpc>
                <a:spcPct val="80000"/>
              </a:lnSpc>
              <a:buNone/>
              <a:defRPr sz="4800" cap="none" baseline="0">
                <a:solidFill>
                  <a:schemeClr val="accent1"/>
                </a:solidFill>
                <a:latin typeface="+mj-lt"/>
              </a:defRPr>
            </a:lvl3pPr>
            <a:lvl4pPr marL="274320" indent="-274320">
              <a:lnSpc>
                <a:spcPct val="80000"/>
              </a:lnSpc>
              <a:buNone/>
              <a:defRPr sz="4400" cap="none" baseline="0">
                <a:solidFill>
                  <a:schemeClr val="accent1"/>
                </a:solidFill>
                <a:latin typeface="+mj-lt"/>
              </a:defRPr>
            </a:lvl4pPr>
            <a:lvl5pPr marL="274320" indent="-274320">
              <a:lnSpc>
                <a:spcPct val="80000"/>
              </a:lnSpc>
              <a:buNone/>
              <a:defRPr sz="4400" cap="none" baseline="0">
                <a:solidFill>
                  <a:schemeClr val="accent1"/>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90287" y="6263640"/>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63640"/>
            <a:ext cx="2151180" cy="411480"/>
          </a:xfrm>
        </p:spPr>
        <p:txBody>
          <a:bodyPr/>
          <a:lstStyle>
            <a:lvl1pPr>
              <a:defRPr>
                <a:solidFill>
                  <a:schemeClr val="tx2"/>
                </a:solidFill>
              </a:defRPr>
            </a:lvl1pPr>
          </a:lstStyle>
          <a:p>
            <a:fld id="{C5523C14-B8E0-486C-AF8F-4829635E6A50}" type="datetime1">
              <a:rPr lang="en-US" smtClean="0"/>
              <a:t>11/14/2025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12" name="Straight Connector 11">
            <a:extLst>
              <a:ext uri="{FF2B5EF4-FFF2-40B4-BE49-F238E27FC236}">
                <a16:creationId xmlns:a16="http://schemas.microsoft.com/office/drawing/2014/main" id="{AC9507B5-45FD-E0F8-4B50-156739F3ED87}"/>
              </a:ext>
            </a:extLst>
          </p:cNvPr>
          <p:cNvCxnSpPr>
            <a:cxnSpLocks/>
          </p:cNvCxnSpPr>
          <p:nvPr/>
        </p:nvCxnSpPr>
        <p:spPr>
          <a:xfrm>
            <a:off x="0" y="48627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833482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51105"/>
            <a:ext cx="9299448" cy="1005109"/>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24712"/>
            <a:ext cx="9692640" cy="4187952"/>
          </a:xfrm>
        </p:spPr>
        <p:txBody>
          <a:bodyPr>
            <a:normAutofit/>
          </a:bodyPr>
          <a:lstStyle>
            <a:lvl1pPr marL="274320" indent="-274320">
              <a:lnSpc>
                <a:spcPct val="70000"/>
              </a:lnSpc>
              <a:buNone/>
              <a:defRPr sz="9600" cap="all" baseline="0">
                <a:solidFill>
                  <a:schemeClr val="tx2">
                    <a:lumMod val="75000"/>
                  </a:schemeClr>
                </a:solidFill>
                <a:latin typeface="+mj-lt"/>
              </a:defRPr>
            </a:lvl1pPr>
            <a:lvl2pPr marL="274320" indent="-274320">
              <a:lnSpc>
                <a:spcPct val="70000"/>
              </a:lnSpc>
              <a:buNone/>
              <a:defRPr sz="8800" cap="all" baseline="0">
                <a:solidFill>
                  <a:schemeClr val="accent2">
                    <a:lumMod val="20000"/>
                    <a:lumOff val="80000"/>
                  </a:schemeClr>
                </a:solidFill>
                <a:latin typeface="+mj-lt"/>
              </a:defRPr>
            </a:lvl2pPr>
            <a:lvl3pPr marL="274320" indent="-274320">
              <a:lnSpc>
                <a:spcPct val="70000"/>
              </a:lnSpc>
              <a:buNone/>
              <a:defRPr sz="8000" cap="all" baseline="0">
                <a:solidFill>
                  <a:schemeClr val="accent2">
                    <a:lumMod val="20000"/>
                    <a:lumOff val="80000"/>
                  </a:schemeClr>
                </a:solidFill>
                <a:latin typeface="+mj-lt"/>
              </a:defRPr>
            </a:lvl3pPr>
            <a:lvl4pPr marL="274320" indent="-274320">
              <a:lnSpc>
                <a:spcPct val="70000"/>
              </a:lnSpc>
              <a:buNone/>
              <a:defRPr sz="7200" cap="all" baseline="0">
                <a:solidFill>
                  <a:schemeClr val="accent2">
                    <a:lumMod val="20000"/>
                    <a:lumOff val="80000"/>
                  </a:schemeClr>
                </a:solidFill>
                <a:latin typeface="+mj-lt"/>
              </a:defRPr>
            </a:lvl4pPr>
            <a:lvl5pPr marL="274320" indent="-274320">
              <a:lnSpc>
                <a:spcPct val="70000"/>
              </a:lnSpc>
              <a:buNone/>
              <a:defRPr sz="72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44572B0E-9936-490C-85D7-20C76E88EE7A}"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8057220"/>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21900" y="5209160"/>
            <a:ext cx="10698480" cy="832104"/>
          </a:xfrm>
        </p:spPr>
        <p:txBody>
          <a:bodyPr anchor="ctr">
            <a:normAutofit/>
          </a:bodyPr>
          <a:lstStyle>
            <a:lvl1pPr>
              <a:defRPr sz="2800" cap="all" baseline="0">
                <a:solidFill>
                  <a:schemeClr val="accent1"/>
                </a:solidFill>
                <a:latin typeface="+mj-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749808"/>
            <a:ext cx="9400032" cy="3867912"/>
          </a:xfrm>
        </p:spPr>
        <p:txBody>
          <a:bodyPr>
            <a:normAutofit/>
          </a:bodyPr>
          <a:lstStyle>
            <a:lvl1pPr marL="182880" indent="-182880">
              <a:lnSpc>
                <a:spcPct val="100000"/>
              </a:lnSpc>
              <a:buNone/>
              <a:defRPr sz="4000" cap="none" baseline="0">
                <a:solidFill>
                  <a:schemeClr val="tx2"/>
                </a:solidFill>
                <a:latin typeface="+mn-lt"/>
              </a:defRPr>
            </a:lvl1pPr>
            <a:lvl2pPr marL="182880" indent="-182880">
              <a:lnSpc>
                <a:spcPct val="100000"/>
              </a:lnSpc>
              <a:buNone/>
              <a:defRPr sz="3600" cap="none" baseline="0">
                <a:solidFill>
                  <a:schemeClr val="tx2"/>
                </a:solidFill>
                <a:latin typeface="+mn-lt"/>
              </a:defRPr>
            </a:lvl2pPr>
            <a:lvl3pPr marL="182880" indent="-182880">
              <a:lnSpc>
                <a:spcPct val="100000"/>
              </a:lnSpc>
              <a:buNone/>
              <a:defRPr sz="3200" cap="none" baseline="0">
                <a:solidFill>
                  <a:schemeClr val="tx2"/>
                </a:solidFill>
                <a:latin typeface="+mn-lt"/>
              </a:defRPr>
            </a:lvl3pPr>
            <a:lvl4pPr marL="182880" indent="-182880">
              <a:lnSpc>
                <a:spcPct val="100000"/>
              </a:lnSpc>
              <a:buNone/>
              <a:defRPr sz="2800" cap="none" baseline="0">
                <a:solidFill>
                  <a:schemeClr val="tx2"/>
                </a:solidFill>
                <a:latin typeface="+mn-lt"/>
              </a:defRPr>
            </a:lvl4pPr>
            <a:lvl5pPr marL="182880" indent="-182880">
              <a:lnSpc>
                <a:spcPct val="100000"/>
              </a:lnSpc>
              <a:buNone/>
              <a:defRPr sz="2800" cap="none" baseline="0">
                <a:solidFill>
                  <a:schemeClr val="tx2"/>
                </a:solidFill>
                <a:latin typeface="+mn-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18ECF368-9FBC-4241-9AEA-ADD9AF02F7A8}"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E49C774-4A6A-D32B-59FA-2442E2B308E5}"/>
              </a:ext>
            </a:extLst>
          </p:cNvPr>
          <p:cNvCxnSpPr>
            <a:cxnSpLocks/>
          </p:cNvCxnSpPr>
          <p:nvPr/>
        </p:nvCxnSpPr>
        <p:spPr>
          <a:xfrm>
            <a:off x="0" y="5062769"/>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B23A142-B021-C473-CBA7-E0C9AA4E71D5}"/>
              </a:ext>
            </a:extLst>
          </p:cNvPr>
          <p:cNvCxnSpPr>
            <a:cxnSpLocks/>
          </p:cNvCxnSpPr>
          <p:nvPr/>
        </p:nvCxnSpPr>
        <p:spPr>
          <a:xfrm>
            <a:off x="0" y="6066955"/>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449730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r>
              <a:rPr lang="en-US" dirty="0"/>
              <a:t>Footer Text</a:t>
            </a:r>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9EAD527F-9C49-4481-A18C-80BA2EA99E79}" type="datetime1">
              <a:rPr lang="en-US" smtClean="0"/>
              <a:t>11/14/2025</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375184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dirty="0"/>
              <a:t>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F38039EB-95FD-42A0-BF06-87A9D15142C9}" type="datetime1">
              <a:rPr lang="en-US" smtClean="0"/>
              <a:t>11/14/2025</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095638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r>
              <a:rPr lang="en-US" dirty="0"/>
              <a:t>Footer Text</a:t>
            </a:r>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6819701D-AA71-4F6F-B74A-236E07E9ABE4}" type="datetime1">
              <a:rPr lang="en-US" smtClean="0"/>
              <a:t>11/14/2025</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20507557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r>
              <a:rPr lang="en-US" dirty="0"/>
              <a:t>Footer Text</a:t>
            </a:r>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A886D589-8B08-4190-9F3B-BA01ED2999CB}" type="datetime1">
              <a:rPr lang="en-US" smtClean="0"/>
              <a:t>11/14/2025</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336670871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317774" y="1092200"/>
            <a:ext cx="3749040" cy="2907792"/>
          </a:xfrm>
        </p:spPr>
        <p:txBody>
          <a:bodyPr vert="horz" lIns="91440" tIns="45720" rIns="91440" bIns="45720" rtlCol="0" anchor="t">
            <a:normAutofit/>
          </a:bodyPr>
          <a:lstStyle>
            <a:lvl1pPr>
              <a:defRPr lang="en-US" sz="54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dirty="0"/>
              <a:t>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a:xfrm>
            <a:off x="4974336" y="207982"/>
            <a:ext cx="1921315" cy="413360"/>
          </a:xfrm>
        </p:spPr>
        <p:txBody>
          <a:bodyPr/>
          <a:lstStyle/>
          <a:p>
            <a:fld id="{F550E5DF-8560-4E07-A403-19861023D638}" type="datetime1">
              <a:rPr lang="en-US" smtClean="0"/>
              <a:t>11/14/2025</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317774" y="4096512"/>
            <a:ext cx="3749040" cy="232257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4974336" y="1092200"/>
            <a:ext cx="6858000" cy="53400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770650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317773" y="1088136"/>
            <a:ext cx="3467048" cy="2905795"/>
          </a:xfrm>
        </p:spPr>
        <p:txBody>
          <a:bodyPr vert="horz" lIns="91440" tIns="45720" rIns="91440" bIns="45720" rtlCol="0" anchor="t">
            <a:normAutofit/>
          </a:bodyPr>
          <a:lstStyle>
            <a:lvl1pPr>
              <a:defRPr lang="en-US" sz="54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dirty="0"/>
              <a:t>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a:xfrm>
            <a:off x="4292854" y="207982"/>
            <a:ext cx="2605980" cy="413360"/>
          </a:xfrm>
        </p:spPr>
        <p:txBody>
          <a:bodyPr/>
          <a:lstStyle/>
          <a:p>
            <a:fld id="{5629972A-00A4-4626-8EEC-CE2966C6B0BF}" type="datetime1">
              <a:rPr lang="en-US" smtClean="0"/>
              <a:t>11/14/2025</a:t>
            </a:fld>
            <a:endParaRPr lang="en-US" dirty="0"/>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317773" y="4099034"/>
            <a:ext cx="3467048" cy="232562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292853" y="793729"/>
            <a:ext cx="7899147" cy="6073107"/>
          </a:xfrm>
          <a:blipFill>
            <a:blip r:embed="rId2">
              <a:alphaModFix amt="8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cxnSp>
        <p:nvCxnSpPr>
          <p:cNvPr id="9" name="Straight Connector 8">
            <a:extLst>
              <a:ext uri="{FF2B5EF4-FFF2-40B4-BE49-F238E27FC236}">
                <a16:creationId xmlns:a16="http://schemas.microsoft.com/office/drawing/2014/main" id="{CA44ED1E-1404-EA59-99E6-D28F5236A529}"/>
              </a:ext>
            </a:extLst>
          </p:cNvPr>
          <p:cNvCxnSpPr>
            <a:cxnSpLocks/>
          </p:cNvCxnSpPr>
          <p:nvPr/>
        </p:nvCxnSpPr>
        <p:spPr>
          <a:xfrm>
            <a:off x="4292853"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282700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12A08923-D58E-4822-B554-6A1173FCE25D}" type="datetime1">
              <a:rPr lang="en-US" smtClean="0"/>
              <a:t>11/14/2025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68921721"/>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F50BF9E0-60DA-4D6D-8F14-825F152220D6}" type="datetime1">
              <a:rPr lang="en-US" smtClean="0"/>
              <a:t>11/14/2025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759117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18A4B20A-718A-4149-B5D2-676E857EB828}" type="datetime1">
              <a:rPr lang="en-US" smtClean="0"/>
              <a:t>11/14/2025</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9292694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hdr="0"/>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A4F2-FEC5-C25B-67C1-6F6820C1BB0D}"/>
              </a:ext>
            </a:extLst>
          </p:cNvPr>
          <p:cNvSpPr>
            <a:spLocks noGrp="1"/>
          </p:cNvSpPr>
          <p:nvPr>
            <p:ph type="ctrTitle"/>
          </p:nvPr>
        </p:nvSpPr>
        <p:spPr>
          <a:xfrm>
            <a:off x="320039" y="1033272"/>
            <a:ext cx="5892073" cy="3895344"/>
          </a:xfrm>
        </p:spPr>
        <p:txBody>
          <a:bodyPr anchor="t">
            <a:normAutofit/>
          </a:bodyPr>
          <a:lstStyle/>
          <a:p>
            <a:r>
              <a:rPr lang="en-US"/>
              <a:t>Understanding Imposter Syndrome</a:t>
            </a:r>
          </a:p>
        </p:txBody>
      </p:sp>
      <p:sp>
        <p:nvSpPr>
          <p:cNvPr id="3" name="Subtitle 2">
            <a:extLst>
              <a:ext uri="{FF2B5EF4-FFF2-40B4-BE49-F238E27FC236}">
                <a16:creationId xmlns:a16="http://schemas.microsoft.com/office/drawing/2014/main" id="{8E75DEF1-61A7-BCFE-94F8-B0EAEA05EE49}"/>
              </a:ext>
            </a:extLst>
          </p:cNvPr>
          <p:cNvSpPr>
            <a:spLocks noGrp="1"/>
          </p:cNvSpPr>
          <p:nvPr>
            <p:ph type="subTitle" idx="1"/>
          </p:nvPr>
        </p:nvSpPr>
        <p:spPr>
          <a:xfrm>
            <a:off x="320040" y="5733288"/>
            <a:ext cx="5892071" cy="795528"/>
          </a:xfrm>
        </p:spPr>
        <p:txBody>
          <a:bodyPr anchor="ctr">
            <a:normAutofit/>
          </a:bodyPr>
          <a:lstStyle/>
          <a:p>
            <a:r>
              <a:rPr lang="en-US"/>
              <a:t>Recognizing and overcoming feelings of self-doubt</a:t>
            </a:r>
          </a:p>
        </p:txBody>
      </p:sp>
      <p:pic>
        <p:nvPicPr>
          <p:cNvPr id="8" name="Picture Placeholder 7" descr="Ghostly figure on a white background.">
            <a:extLst>
              <a:ext uri="{FF2B5EF4-FFF2-40B4-BE49-F238E27FC236}">
                <a16:creationId xmlns:a16="http://schemas.microsoft.com/office/drawing/2014/main" id="{9CC16203-C0F1-4179-A80E-E23D982BBD1E}"/>
              </a:ext>
            </a:extLst>
          </p:cNvPr>
          <p:cNvPicPr>
            <a:picLocks noGrp="1" noChangeAspect="1"/>
          </p:cNvPicPr>
          <p:nvPr>
            <p:ph type="pic" sz="quarter" idx="13"/>
          </p:nvPr>
        </p:nvPicPr>
        <p:blipFill>
          <a:blip r:embed="rId3"/>
          <a:srcRect t="11529" b="11529"/>
          <a:stretch/>
        </p:blipFill>
        <p:spPr>
          <a:xfrm>
            <a:off x="6931152" y="793845"/>
            <a:ext cx="5260848" cy="6064124"/>
          </a:xfrm>
          <a:prstGeom prst="rect">
            <a:avLst/>
          </a:prstGeom>
          <a:noFill/>
        </p:spPr>
      </p:pic>
      <p:sp>
        <p:nvSpPr>
          <p:cNvPr id="6" name="Date Placeholder 5">
            <a:extLst>
              <a:ext uri="{FF2B5EF4-FFF2-40B4-BE49-F238E27FC236}">
                <a16:creationId xmlns:a16="http://schemas.microsoft.com/office/drawing/2014/main" id="{354C5A12-42E9-A329-327C-8852B7A0989E}"/>
              </a:ext>
            </a:extLst>
          </p:cNvPr>
          <p:cNvSpPr>
            <a:spLocks noGrp="1"/>
          </p:cNvSpPr>
          <p:nvPr>
            <p:ph type="dt" sz="half" idx="10"/>
          </p:nvPr>
        </p:nvSpPr>
        <p:spPr>
          <a:xfrm>
            <a:off x="6938587" y="207982"/>
            <a:ext cx="2662798" cy="413360"/>
          </a:xfr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BBB8170F-0370-4A38-8BF3-83D69476AE62}" type="datetime1">
              <a:rPr kumimoji="0" lang="en-US" sz="850" b="1" i="0" u="none" strike="noStrike" kern="1200" cap="all" spc="100" normalizeH="0" baseline="0" noProof="0" smtClean="0">
                <a:ln>
                  <a:noFill/>
                </a:ln>
                <a:solidFill>
                  <a:srgbClr val="F7F6F3"/>
                </a:solidFill>
                <a:effectLst/>
                <a:uLnTx/>
                <a:uFillTx/>
                <a:latin typeface="Trade Gothic Next Light"/>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11/14/2025</a:t>
            </a:fld>
            <a:endParaRPr kumimoji="0" lang="en-US" sz="850" b="1" i="0" u="none" strike="noStrike" kern="1200" cap="all" spc="100" normalizeH="0" baseline="0" noProof="0">
              <a:ln>
                <a:noFill/>
              </a:ln>
              <a:solidFill>
                <a:srgbClr val="F7F6F3"/>
              </a:solidFill>
              <a:effectLst/>
              <a:uLnTx/>
              <a:uFillTx/>
              <a:latin typeface="Trade Gothic Next Light"/>
              <a:ea typeface="+mn-ea"/>
              <a:cs typeface="+mn-cs"/>
            </a:endParaRPr>
          </a:p>
        </p:txBody>
      </p:sp>
      <p:sp>
        <p:nvSpPr>
          <p:cNvPr id="7" name="Slide Number Placeholder 6">
            <a:extLst>
              <a:ext uri="{FF2B5EF4-FFF2-40B4-BE49-F238E27FC236}">
                <a16:creationId xmlns:a16="http://schemas.microsoft.com/office/drawing/2014/main" id="{25BE5A62-B9F2-4EC1-B0D2-5ED55A6B1BED}"/>
              </a:ext>
            </a:extLst>
          </p:cNvPr>
          <p:cNvSpPr>
            <a:spLocks noGrp="1"/>
          </p:cNvSpPr>
          <p:nvPr>
            <p:ph type="sldNum" sz="quarter" idx="12"/>
          </p:nvPr>
        </p:nvSpPr>
        <p:spPr>
          <a:xfrm>
            <a:off x="11288870" y="207982"/>
            <a:ext cx="546447" cy="413360"/>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53D0FD4-819D-4187-8797-C35567B41C78}" type="slidenum">
              <a:rPr kumimoji="0" lang="en-US" sz="850" b="1" i="0" u="none" strike="noStrike" kern="1200" cap="all" spc="0" normalizeH="0" baseline="0" noProof="0" smtClean="0">
                <a:ln>
                  <a:noFill/>
                </a:ln>
                <a:solidFill>
                  <a:srgbClr val="F7F6F3"/>
                </a:solidFill>
                <a:effectLst/>
                <a:uLnTx/>
                <a:uFillTx/>
                <a:latin typeface="Trade Gothic Next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a:t>
            </a:fld>
            <a:endParaRPr kumimoji="0" lang="en-US" sz="850" b="1" i="0" u="none" strike="noStrike" kern="1200" cap="all" spc="0" normalizeH="0" baseline="0" noProof="0">
              <a:ln>
                <a:noFill/>
              </a:ln>
              <a:solidFill>
                <a:srgbClr val="F7F6F3"/>
              </a:solidFill>
              <a:effectLst/>
              <a:uLnTx/>
              <a:uFillTx/>
              <a:latin typeface="Trade Gothic Next Light"/>
              <a:ea typeface="+mn-ea"/>
              <a:cs typeface="+mn-cs"/>
            </a:endParaRPr>
          </a:p>
        </p:txBody>
      </p:sp>
    </p:spTree>
    <p:extLst>
      <p:ext uri="{BB962C8B-B14F-4D97-AF65-F5344CB8AC3E}">
        <p14:creationId xmlns:p14="http://schemas.microsoft.com/office/powerpoint/2010/main" val="2891833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FC647-12EF-F62A-90B6-79083133E95B}"/>
              </a:ext>
            </a:extLst>
          </p:cNvPr>
          <p:cNvSpPr>
            <a:spLocks noGrp="1"/>
          </p:cNvSpPr>
          <p:nvPr>
            <p:ph type="title"/>
          </p:nvPr>
        </p:nvSpPr>
        <p:spPr>
          <a:xfrm>
            <a:off x="64008" y="1435608"/>
            <a:ext cx="11594592" cy="5559552"/>
          </a:xfrm>
        </p:spPr>
        <p:txBody>
          <a:bodyPr anchor="b">
            <a:normAutofit/>
          </a:bodyPr>
          <a:lstStyle/>
          <a:p>
            <a:r>
              <a:rPr lang="en-US" dirty="0"/>
              <a:t>Introduction</a:t>
            </a:r>
          </a:p>
        </p:txBody>
      </p:sp>
      <p:sp>
        <p:nvSpPr>
          <p:cNvPr id="6" name="Date Placeholder 5">
            <a:extLst>
              <a:ext uri="{FF2B5EF4-FFF2-40B4-BE49-F238E27FC236}">
                <a16:creationId xmlns:a16="http://schemas.microsoft.com/office/drawing/2014/main" id="{329AA6A7-2873-92E6-4029-74426D91C7F4}"/>
              </a:ext>
            </a:extLst>
          </p:cNvPr>
          <p:cNvSpPr>
            <a:spLocks noGrp="1"/>
          </p:cNvSpPr>
          <p:nvPr>
            <p:ph type="dt" sz="half" idx="10"/>
          </p:nvPr>
        </p:nvSpPr>
        <p:spPr>
          <a:xfrm>
            <a:off x="7680069" y="207982"/>
            <a:ext cx="1921315" cy="413360"/>
          </a:xfr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BBB8170F-0370-4A38-8BF3-83D69476AE62}" type="datetime1">
              <a:rPr kumimoji="0" lang="en-US" sz="850" b="1" i="0" u="none" strike="noStrike" kern="1200" cap="all" spc="100" normalizeH="0" baseline="0" noProof="0" smtClean="0">
                <a:ln>
                  <a:noFill/>
                </a:ln>
                <a:solidFill>
                  <a:srgbClr val="F7F6F3"/>
                </a:solidFill>
                <a:effectLst/>
                <a:uLnTx/>
                <a:uFillTx/>
                <a:latin typeface="Trade Gothic Next Light"/>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11/14/2025</a:t>
            </a:fld>
            <a:endParaRPr kumimoji="0" lang="en-US" sz="850" b="1" i="0" u="none" strike="noStrike" kern="1200" cap="all" spc="100" normalizeH="0" baseline="0" noProof="0">
              <a:ln>
                <a:noFill/>
              </a:ln>
              <a:solidFill>
                <a:srgbClr val="F7F6F3"/>
              </a:solidFill>
              <a:effectLst/>
              <a:uLnTx/>
              <a:uFillTx/>
              <a:latin typeface="Trade Gothic Next Light"/>
              <a:ea typeface="+mn-ea"/>
              <a:cs typeface="+mn-cs"/>
            </a:endParaRPr>
          </a:p>
        </p:txBody>
      </p:sp>
      <p:sp>
        <p:nvSpPr>
          <p:cNvPr id="7" name="Slide Number Placeholder 6">
            <a:extLst>
              <a:ext uri="{FF2B5EF4-FFF2-40B4-BE49-F238E27FC236}">
                <a16:creationId xmlns:a16="http://schemas.microsoft.com/office/drawing/2014/main" id="{75BDE80E-5A3E-2BC6-9A2C-3B3976C5D4E0}"/>
              </a:ext>
            </a:extLst>
          </p:cNvPr>
          <p:cNvSpPr>
            <a:spLocks noGrp="1"/>
          </p:cNvSpPr>
          <p:nvPr>
            <p:ph type="sldNum" sz="quarter" idx="12"/>
          </p:nvPr>
        </p:nvSpPr>
        <p:spPr>
          <a:xfrm>
            <a:off x="11288870" y="207982"/>
            <a:ext cx="546447" cy="413360"/>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53D0FD4-819D-4187-8797-C35567B41C78}" type="slidenum">
              <a:rPr kumimoji="0" lang="en-US" sz="850" b="1" i="0" u="none" strike="noStrike" kern="1200" cap="all" spc="0" normalizeH="0" baseline="0" noProof="0" smtClean="0">
                <a:ln>
                  <a:noFill/>
                </a:ln>
                <a:solidFill>
                  <a:srgbClr val="F7F6F3"/>
                </a:solidFill>
                <a:effectLst/>
                <a:uLnTx/>
                <a:uFillTx/>
                <a:latin typeface="Trade Gothic Next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a:t>
            </a:fld>
            <a:endParaRPr kumimoji="0" lang="en-US" sz="850" b="1" i="0" u="none" strike="noStrike" kern="1200" cap="all" spc="0" normalizeH="0" baseline="0" noProof="0">
              <a:ln>
                <a:noFill/>
              </a:ln>
              <a:solidFill>
                <a:srgbClr val="F7F6F3"/>
              </a:solidFill>
              <a:effectLst/>
              <a:uLnTx/>
              <a:uFillTx/>
              <a:latin typeface="Trade Gothic Next Light"/>
              <a:ea typeface="+mn-ea"/>
              <a:cs typeface="+mn-cs"/>
            </a:endParaRPr>
          </a:p>
        </p:txBody>
      </p:sp>
    </p:spTree>
    <p:extLst>
      <p:ext uri="{BB962C8B-B14F-4D97-AF65-F5344CB8AC3E}">
        <p14:creationId xmlns:p14="http://schemas.microsoft.com/office/powerpoint/2010/main" val="30699575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344B6-C7E0-150B-B3F4-15C39B60D3FA}"/>
              </a:ext>
            </a:extLst>
          </p:cNvPr>
          <p:cNvSpPr>
            <a:spLocks noGrp="1"/>
          </p:cNvSpPr>
          <p:nvPr>
            <p:ph type="title"/>
          </p:nvPr>
        </p:nvSpPr>
        <p:spPr>
          <a:xfrm>
            <a:off x="320557" y="762002"/>
            <a:ext cx="5294939" cy="1555895"/>
          </a:xfrm>
        </p:spPr>
        <p:txBody>
          <a:bodyPr anchor="t">
            <a:normAutofit fontScale="90000"/>
          </a:bodyPr>
          <a:lstStyle/>
          <a:p>
            <a:r>
              <a:rPr lang="en-US" sz="5100" dirty="0"/>
              <a:t>Understanding the </a:t>
            </a:r>
            <a:r>
              <a:rPr lang="en-US" sz="4000" u="sng" dirty="0">
                <a:latin typeface="ADLaM Display" panose="020F0502020204030204" pitchFamily="2" charset="0"/>
                <a:ea typeface="ADLaM Display" panose="020F0502020204030204" pitchFamily="2" charset="0"/>
                <a:cs typeface="ADLaM Display" panose="020F0502020204030204" pitchFamily="2" charset="0"/>
              </a:rPr>
              <a:t>Feeling</a:t>
            </a:r>
            <a:r>
              <a:rPr lang="en-US" sz="5100" dirty="0"/>
              <a:t> of Being a Fraud</a:t>
            </a:r>
          </a:p>
        </p:txBody>
      </p:sp>
      <p:sp>
        <p:nvSpPr>
          <p:cNvPr id="4" name="Date Placeholder 3">
            <a:extLst>
              <a:ext uri="{FF2B5EF4-FFF2-40B4-BE49-F238E27FC236}">
                <a16:creationId xmlns:a16="http://schemas.microsoft.com/office/drawing/2014/main" id="{4BE3A0E4-88A1-4290-C14D-72A5286B2E02}"/>
              </a:ext>
            </a:extLst>
          </p:cNvPr>
          <p:cNvSpPr>
            <a:spLocks noGrp="1"/>
          </p:cNvSpPr>
          <p:nvPr>
            <p:ph type="dt" sz="half" idx="14"/>
          </p:nvPr>
        </p:nvSpPr>
        <p:spPr>
          <a:xfrm>
            <a:off x="6340642" y="207982"/>
            <a:ext cx="1921315" cy="413360"/>
          </a:xfr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9EAD527F-9C49-4481-A18C-80BA2EA99E79}" type="datetime1">
              <a:rPr kumimoji="0" lang="en-US" sz="850" b="1" i="0" u="none" strike="noStrike" kern="1200" cap="all" spc="100" normalizeH="0" baseline="0" noProof="0" smtClean="0">
                <a:ln>
                  <a:noFill/>
                </a:ln>
                <a:solidFill>
                  <a:srgbClr val="171717"/>
                </a:solidFill>
                <a:effectLst/>
                <a:uLnTx/>
                <a:uFillTx/>
                <a:latin typeface="Trade Gothic Next Light"/>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11/14/2025</a:t>
            </a:fld>
            <a:endParaRPr kumimoji="0" lang="en-US" sz="850" b="1" i="0" u="none" strike="noStrike" kern="1200" cap="all" spc="100" normalizeH="0" baseline="0" noProof="0">
              <a:ln>
                <a:noFill/>
              </a:ln>
              <a:solidFill>
                <a:srgbClr val="171717"/>
              </a:solidFill>
              <a:effectLst/>
              <a:uLnTx/>
              <a:uFillTx/>
              <a:latin typeface="Trade Gothic Next Light"/>
              <a:ea typeface="+mn-ea"/>
              <a:cs typeface="+mn-cs"/>
            </a:endParaRPr>
          </a:p>
        </p:txBody>
      </p:sp>
      <p:sp>
        <p:nvSpPr>
          <p:cNvPr id="5" name="Slide Number Placeholder 4">
            <a:extLst>
              <a:ext uri="{FF2B5EF4-FFF2-40B4-BE49-F238E27FC236}">
                <a16:creationId xmlns:a16="http://schemas.microsoft.com/office/drawing/2014/main" id="{9D423A92-1C22-5732-6305-B1304858F6C5}"/>
              </a:ext>
            </a:extLst>
          </p:cNvPr>
          <p:cNvSpPr>
            <a:spLocks noGrp="1"/>
          </p:cNvSpPr>
          <p:nvPr>
            <p:ph type="sldNum" sz="quarter" idx="16"/>
          </p:nvPr>
        </p:nvSpPr>
        <p:spPr>
          <a:xfrm>
            <a:off x="11288870" y="207982"/>
            <a:ext cx="546447" cy="413360"/>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53D0FD4-819D-4187-8797-C35567B41C78}" type="slidenum">
              <a:rPr kumimoji="0" lang="en-US" sz="850" b="1" i="0" u="none" strike="noStrike" kern="1200" cap="all" spc="0" normalizeH="0" baseline="0" noProof="0" smtClean="0">
                <a:ln>
                  <a:noFill/>
                </a:ln>
                <a:solidFill>
                  <a:srgbClr val="171717"/>
                </a:solidFill>
                <a:effectLst/>
                <a:uLnTx/>
                <a:uFillTx/>
                <a:latin typeface="Trade Gothic Next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a:t>
            </a:fld>
            <a:endParaRPr kumimoji="0" lang="en-US" sz="850" b="1" i="0" u="none" strike="noStrike" kern="1200" cap="all" spc="0" normalizeH="0" baseline="0" noProof="0">
              <a:ln>
                <a:noFill/>
              </a:ln>
              <a:solidFill>
                <a:srgbClr val="171717"/>
              </a:solidFill>
              <a:effectLst/>
              <a:uLnTx/>
              <a:uFillTx/>
              <a:latin typeface="Trade Gothic Next Light"/>
              <a:ea typeface="+mn-ea"/>
              <a:cs typeface="+mn-cs"/>
            </a:endParaRPr>
          </a:p>
        </p:txBody>
      </p:sp>
      <p:pic>
        <p:nvPicPr>
          <p:cNvPr id="8" name="Content Placeholder 7" descr="Group of businessmen silhouettes on red background.">
            <a:extLst>
              <a:ext uri="{FF2B5EF4-FFF2-40B4-BE49-F238E27FC236}">
                <a16:creationId xmlns:a16="http://schemas.microsoft.com/office/drawing/2014/main" id="{34AD5B00-ECB8-4B90-A165-EA0A477E029C}"/>
              </a:ext>
            </a:extLst>
          </p:cNvPr>
          <p:cNvPicPr>
            <a:picLocks noGrp="1" noChangeAspect="1"/>
          </p:cNvPicPr>
          <p:nvPr>
            <p:ph type="pic" sz="quarter" idx="13"/>
          </p:nvPr>
        </p:nvPicPr>
        <p:blipFill>
          <a:blip r:embed="rId3"/>
          <a:srcRect l="3541" r="7771"/>
          <a:stretch>
            <a:fillRect/>
          </a:stretch>
        </p:blipFill>
        <p:spPr>
          <a:xfrm>
            <a:off x="20" y="2442689"/>
            <a:ext cx="5875401" cy="4422032"/>
          </a:xfrm>
          <a:prstGeom prst="rect">
            <a:avLst/>
          </a:prstGeom>
          <a:noFill/>
        </p:spPr>
      </p:pic>
      <p:sp>
        <p:nvSpPr>
          <p:cNvPr id="7" name="Content Placeholder 6">
            <a:extLst>
              <a:ext uri="{FF2B5EF4-FFF2-40B4-BE49-F238E27FC236}">
                <a16:creationId xmlns:a16="http://schemas.microsoft.com/office/drawing/2014/main" id="{F23D3C98-3B9A-69AB-E2E5-B1612AC77B6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40642" y="762000"/>
            <a:ext cx="5432239" cy="5791200"/>
          </a:xfrm>
        </p:spPr>
        <p:txBody>
          <a:bodyPr>
            <a:normAutofit/>
          </a:bodyPr>
          <a:lstStyle/>
          <a:p>
            <a:pPr marL="0" indent="0">
              <a:spcBef>
                <a:spcPts val="2500"/>
              </a:spcBef>
              <a:buFont typeface="Arial" panose="020B0604020202020204" pitchFamily="34" charset="0"/>
              <a:buNone/>
            </a:pPr>
            <a:r>
              <a:rPr lang="en-US" sz="1400" b="1" dirty="0"/>
              <a:t>Definition of Imposter Syndrome</a:t>
            </a:r>
          </a:p>
          <a:p>
            <a:pPr marL="0" lvl="1" indent="0">
              <a:buFont typeface="Arial" panose="020B0604020202020204" pitchFamily="34" charset="0"/>
              <a:buNone/>
            </a:pPr>
            <a:r>
              <a:rPr lang="en-US" sz="1400" dirty="0"/>
              <a:t>Imposter syndrome is feeling less competent than others perceive despite clear success and achievements.</a:t>
            </a:r>
          </a:p>
          <a:p>
            <a:pPr marL="0" indent="0">
              <a:spcBef>
                <a:spcPts val="2500"/>
              </a:spcBef>
              <a:buFont typeface="Arial" panose="020B0604020202020204" pitchFamily="34" charset="0"/>
              <a:buNone/>
            </a:pPr>
            <a:r>
              <a:rPr lang="en-US" sz="1400" b="1" dirty="0"/>
              <a:t>Common Among High Achievers</a:t>
            </a:r>
          </a:p>
          <a:p>
            <a:pPr marL="0" lvl="1" indent="0">
              <a:buFont typeface="Arial" panose="020B0604020202020204" pitchFamily="34" charset="0"/>
              <a:buNone/>
            </a:pPr>
            <a:r>
              <a:rPr lang="en-US" sz="1400" dirty="0"/>
              <a:t>High achievers often struggle to internalize success, attributing achievements to luck or external factors.</a:t>
            </a:r>
          </a:p>
          <a:p>
            <a:pPr marL="0" indent="0">
              <a:spcBef>
                <a:spcPts val="2500"/>
              </a:spcBef>
              <a:buFont typeface="Arial" panose="020B0604020202020204" pitchFamily="34" charset="0"/>
              <a:buNone/>
            </a:pPr>
            <a:r>
              <a:rPr lang="en-US" sz="1400" b="1" dirty="0"/>
              <a:t>Universal Impact</a:t>
            </a:r>
          </a:p>
          <a:p>
            <a:pPr marL="0" lvl="1" indent="0">
              <a:buFont typeface="Arial" panose="020B0604020202020204" pitchFamily="34" charset="0"/>
              <a:buNone/>
            </a:pPr>
            <a:r>
              <a:rPr lang="en-US" sz="1400" dirty="0"/>
              <a:t>Imposter syndrome affects people regardless of social status, work background, or skill level.</a:t>
            </a:r>
          </a:p>
          <a:p>
            <a:pPr marL="0" indent="0">
              <a:spcBef>
                <a:spcPts val="2500"/>
              </a:spcBef>
              <a:buFont typeface="Arial" panose="020B0604020202020204" pitchFamily="34" charset="0"/>
              <a:buNone/>
            </a:pPr>
            <a:r>
              <a:rPr lang="en-US" sz="1400" b="1" dirty="0"/>
              <a:t>Path to Overcoming</a:t>
            </a:r>
          </a:p>
          <a:p>
            <a:pPr marL="0" lvl="1" indent="0">
              <a:buFont typeface="Arial" panose="020B0604020202020204" pitchFamily="34" charset="0"/>
              <a:buNone/>
            </a:pPr>
            <a:r>
              <a:rPr lang="en-US" sz="1400" dirty="0"/>
              <a:t>Understanding imposter syndrome is the first step toward healthier self-image and confidence.</a:t>
            </a:r>
          </a:p>
        </p:txBody>
      </p:sp>
    </p:spTree>
    <p:extLst>
      <p:ext uri="{BB962C8B-B14F-4D97-AF65-F5344CB8AC3E}">
        <p14:creationId xmlns:p14="http://schemas.microsoft.com/office/powerpoint/2010/main" val="34380614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2A6DF-E882-BD46-0700-11A1F955223D}"/>
              </a:ext>
            </a:extLst>
          </p:cNvPr>
          <p:cNvSpPr>
            <a:spLocks noGrp="1"/>
          </p:cNvSpPr>
          <p:nvPr>
            <p:ph type="title"/>
          </p:nvPr>
        </p:nvSpPr>
        <p:spPr>
          <a:xfrm>
            <a:off x="64008" y="1435608"/>
            <a:ext cx="11594592" cy="5559552"/>
          </a:xfrm>
        </p:spPr>
        <p:txBody>
          <a:bodyPr anchor="b">
            <a:normAutofit/>
          </a:bodyPr>
          <a:lstStyle/>
          <a:p>
            <a:r>
              <a:rPr lang="en-US" dirty="0"/>
              <a:t>Core Aspects</a:t>
            </a:r>
          </a:p>
        </p:txBody>
      </p:sp>
      <p:sp>
        <p:nvSpPr>
          <p:cNvPr id="6" name="Date Placeholder 5">
            <a:extLst>
              <a:ext uri="{FF2B5EF4-FFF2-40B4-BE49-F238E27FC236}">
                <a16:creationId xmlns:a16="http://schemas.microsoft.com/office/drawing/2014/main" id="{9D0DAF6B-C8A9-E41F-A4DD-FE3BB21FC50F}"/>
              </a:ext>
            </a:extLst>
          </p:cNvPr>
          <p:cNvSpPr>
            <a:spLocks noGrp="1"/>
          </p:cNvSpPr>
          <p:nvPr>
            <p:ph type="dt" sz="half" idx="10"/>
          </p:nvPr>
        </p:nvSpPr>
        <p:spPr>
          <a:xfrm>
            <a:off x="7680069" y="207982"/>
            <a:ext cx="1921315" cy="413360"/>
          </a:xfr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BBB8170F-0370-4A38-8BF3-83D69476AE62}" type="datetime1">
              <a:rPr kumimoji="0" lang="en-US" sz="850" b="1" i="0" u="none" strike="noStrike" kern="1200" cap="all" spc="100" normalizeH="0" baseline="0" noProof="0" smtClean="0">
                <a:ln>
                  <a:noFill/>
                </a:ln>
                <a:solidFill>
                  <a:srgbClr val="F7F6F3"/>
                </a:solidFill>
                <a:effectLst/>
                <a:uLnTx/>
                <a:uFillTx/>
                <a:latin typeface="Trade Gothic Next Light"/>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11/14/2025</a:t>
            </a:fld>
            <a:endParaRPr kumimoji="0" lang="en-US" sz="850" b="1" i="0" u="none" strike="noStrike" kern="1200" cap="all" spc="100" normalizeH="0" baseline="0" noProof="0">
              <a:ln>
                <a:noFill/>
              </a:ln>
              <a:solidFill>
                <a:srgbClr val="F7F6F3"/>
              </a:solidFill>
              <a:effectLst/>
              <a:uLnTx/>
              <a:uFillTx/>
              <a:latin typeface="Trade Gothic Next Light"/>
              <a:ea typeface="+mn-ea"/>
              <a:cs typeface="+mn-cs"/>
            </a:endParaRPr>
          </a:p>
        </p:txBody>
      </p:sp>
      <p:sp>
        <p:nvSpPr>
          <p:cNvPr id="7" name="Slide Number Placeholder 6">
            <a:extLst>
              <a:ext uri="{FF2B5EF4-FFF2-40B4-BE49-F238E27FC236}">
                <a16:creationId xmlns:a16="http://schemas.microsoft.com/office/drawing/2014/main" id="{F2E5204B-9B00-E083-4091-BD2A05CA57E8}"/>
              </a:ext>
            </a:extLst>
          </p:cNvPr>
          <p:cNvSpPr>
            <a:spLocks noGrp="1"/>
          </p:cNvSpPr>
          <p:nvPr>
            <p:ph type="sldNum" sz="quarter" idx="12"/>
          </p:nvPr>
        </p:nvSpPr>
        <p:spPr>
          <a:xfrm>
            <a:off x="11288870" y="207982"/>
            <a:ext cx="546447" cy="413360"/>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53D0FD4-819D-4187-8797-C35567B41C78}" type="slidenum">
              <a:rPr kumimoji="0" lang="en-US" sz="850" b="1" i="0" u="none" strike="noStrike" kern="1200" cap="all" spc="0" normalizeH="0" baseline="0" noProof="0" smtClean="0">
                <a:ln>
                  <a:noFill/>
                </a:ln>
                <a:solidFill>
                  <a:srgbClr val="F7F6F3"/>
                </a:solidFill>
                <a:effectLst/>
                <a:uLnTx/>
                <a:uFillTx/>
                <a:latin typeface="Trade Gothic Next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a:t>
            </a:fld>
            <a:endParaRPr kumimoji="0" lang="en-US" sz="850" b="1" i="0" u="none" strike="noStrike" kern="1200" cap="all" spc="0" normalizeH="0" baseline="0" noProof="0">
              <a:ln>
                <a:noFill/>
              </a:ln>
              <a:solidFill>
                <a:srgbClr val="F7F6F3"/>
              </a:solidFill>
              <a:effectLst/>
              <a:uLnTx/>
              <a:uFillTx/>
              <a:latin typeface="Trade Gothic Next Light"/>
              <a:ea typeface="+mn-ea"/>
              <a:cs typeface="+mn-cs"/>
            </a:endParaRPr>
          </a:p>
        </p:txBody>
      </p:sp>
    </p:spTree>
    <p:extLst>
      <p:ext uri="{BB962C8B-B14F-4D97-AF65-F5344CB8AC3E}">
        <p14:creationId xmlns:p14="http://schemas.microsoft.com/office/powerpoint/2010/main" val="20719201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DE5A1-0E94-F349-1320-17F154A31F14}"/>
              </a:ext>
            </a:extLst>
          </p:cNvPr>
          <p:cNvSpPr>
            <a:spLocks noGrp="1"/>
          </p:cNvSpPr>
          <p:nvPr>
            <p:ph type="title"/>
          </p:nvPr>
        </p:nvSpPr>
        <p:spPr>
          <a:xfrm>
            <a:off x="4750308" y="612648"/>
            <a:ext cx="7022592" cy="1033272"/>
          </a:xfrm>
        </p:spPr>
        <p:txBody>
          <a:bodyPr anchor="b">
            <a:normAutofit/>
          </a:bodyPr>
          <a:lstStyle/>
          <a:p>
            <a:r>
              <a:rPr lang="en-US" dirty="0"/>
              <a:t>Definition </a:t>
            </a:r>
            <a:r>
              <a:rPr lang="en-US" sz="3200" u="sng" dirty="0">
                <a:latin typeface="ADLaM Display" panose="020F0502020204030204" pitchFamily="2" charset="0"/>
                <a:ea typeface="ADLaM Display" panose="020F0502020204030204" pitchFamily="2" charset="0"/>
                <a:cs typeface="ADLaM Display" panose="020F0502020204030204" pitchFamily="2" charset="0"/>
              </a:rPr>
              <a:t>and</a:t>
            </a:r>
            <a:r>
              <a:rPr lang="en-US" dirty="0"/>
              <a:t> Characteristics</a:t>
            </a:r>
          </a:p>
        </p:txBody>
      </p:sp>
      <p:pic>
        <p:nvPicPr>
          <p:cNvPr id="8" name="Content Placeholder 7" descr="Human head in paper cut style with multicolored cubes">
            <a:extLst>
              <a:ext uri="{FF2B5EF4-FFF2-40B4-BE49-F238E27FC236}">
                <a16:creationId xmlns:a16="http://schemas.microsoft.com/office/drawing/2014/main" id="{2C840C50-C839-4851-8DF0-A3774C53E4EA}"/>
              </a:ext>
            </a:extLst>
          </p:cNvPr>
          <p:cNvPicPr>
            <a:picLocks noGrp="1" noChangeAspect="1"/>
          </p:cNvPicPr>
          <p:nvPr>
            <p:ph type="pic" sz="quarter" idx="13"/>
          </p:nvPr>
        </p:nvPicPr>
        <p:blipFill>
          <a:blip r:embed="rId3"/>
          <a:srcRect r="5137"/>
          <a:stretch>
            <a:fillRect/>
          </a:stretch>
        </p:blipFill>
        <p:spPr>
          <a:xfrm>
            <a:off x="20" y="10"/>
            <a:ext cx="4342564" cy="6857990"/>
          </a:xfrm>
          <a:prstGeom prst="rect">
            <a:avLst/>
          </a:prstGeom>
          <a:noFill/>
        </p:spPr>
      </p:pic>
      <p:sp>
        <p:nvSpPr>
          <p:cNvPr id="4" name="Date Placeholder 3">
            <a:extLst>
              <a:ext uri="{FF2B5EF4-FFF2-40B4-BE49-F238E27FC236}">
                <a16:creationId xmlns:a16="http://schemas.microsoft.com/office/drawing/2014/main" id="{12357B82-CEAD-9677-AA03-6D0E0D482360}"/>
              </a:ext>
            </a:extLst>
          </p:cNvPr>
          <p:cNvSpPr>
            <a:spLocks noGrp="1"/>
          </p:cNvSpPr>
          <p:nvPr>
            <p:ph type="dt" sz="half" idx="14"/>
          </p:nvPr>
        </p:nvSpPr>
        <p:spPr>
          <a:xfrm>
            <a:off x="9582299" y="210312"/>
            <a:ext cx="1679642" cy="413360"/>
          </a:xfr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9EAD527F-9C49-4481-A18C-80BA2EA99E79}" type="datetime1">
              <a:rPr kumimoji="0" lang="en-US" sz="850" b="1" i="0" u="none" strike="noStrike" kern="1200" cap="all" spc="100" normalizeH="0" baseline="0" noProof="0" smtClean="0">
                <a:ln>
                  <a:noFill/>
                </a:ln>
                <a:solidFill>
                  <a:srgbClr val="171717"/>
                </a:solidFill>
                <a:effectLst/>
                <a:uLnTx/>
                <a:uFillTx/>
                <a:latin typeface="Trade Gothic Next Light"/>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11/14/2025</a:t>
            </a:fld>
            <a:endParaRPr kumimoji="0" lang="en-US" sz="850" b="1" i="0" u="none" strike="noStrike" kern="1200" cap="all" spc="100" normalizeH="0" baseline="0" noProof="0">
              <a:ln>
                <a:noFill/>
              </a:ln>
              <a:solidFill>
                <a:srgbClr val="171717"/>
              </a:solidFill>
              <a:effectLst/>
              <a:uLnTx/>
              <a:uFillTx/>
              <a:latin typeface="Trade Gothic Next Light"/>
              <a:ea typeface="+mn-ea"/>
              <a:cs typeface="+mn-cs"/>
            </a:endParaRPr>
          </a:p>
        </p:txBody>
      </p:sp>
      <p:sp>
        <p:nvSpPr>
          <p:cNvPr id="5" name="Slide Number Placeholder 4">
            <a:extLst>
              <a:ext uri="{FF2B5EF4-FFF2-40B4-BE49-F238E27FC236}">
                <a16:creationId xmlns:a16="http://schemas.microsoft.com/office/drawing/2014/main" id="{AD07F794-D743-6014-BE75-5A0C8623755A}"/>
              </a:ext>
            </a:extLst>
          </p:cNvPr>
          <p:cNvSpPr>
            <a:spLocks noGrp="1"/>
          </p:cNvSpPr>
          <p:nvPr>
            <p:ph type="sldNum" sz="quarter" idx="16"/>
          </p:nvPr>
        </p:nvSpPr>
        <p:spPr>
          <a:xfrm>
            <a:off x="11288870" y="207982"/>
            <a:ext cx="546447" cy="413360"/>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53D0FD4-819D-4187-8797-C35567B41C78}" type="slidenum">
              <a:rPr kumimoji="0" lang="en-US" sz="850" b="1" i="0" u="none" strike="noStrike" kern="1200" cap="all" spc="0" normalizeH="0" baseline="0" noProof="0" smtClean="0">
                <a:ln>
                  <a:noFill/>
                </a:ln>
                <a:solidFill>
                  <a:srgbClr val="171717"/>
                </a:solidFill>
                <a:effectLst/>
                <a:uLnTx/>
                <a:uFillTx/>
                <a:latin typeface="Trade Gothic Next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a:t>
            </a:fld>
            <a:endParaRPr kumimoji="0" lang="en-US" sz="850" b="1" i="0" u="none" strike="noStrike" kern="1200" cap="all" spc="0" normalizeH="0" baseline="0" noProof="0">
              <a:ln>
                <a:noFill/>
              </a:ln>
              <a:solidFill>
                <a:srgbClr val="171717"/>
              </a:solidFill>
              <a:effectLst/>
              <a:uLnTx/>
              <a:uFillTx/>
              <a:latin typeface="Trade Gothic Next Light"/>
              <a:ea typeface="+mn-ea"/>
              <a:cs typeface="+mn-cs"/>
            </a:endParaRPr>
          </a:p>
        </p:txBody>
      </p:sp>
      <p:sp>
        <p:nvSpPr>
          <p:cNvPr id="7" name="Content Placeholder 6">
            <a:extLst>
              <a:ext uri="{FF2B5EF4-FFF2-40B4-BE49-F238E27FC236}">
                <a16:creationId xmlns:a16="http://schemas.microsoft.com/office/drawing/2014/main" id="{8B1FC9BD-D98D-9DCC-ADB4-BFD4FCE38EB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50307" y="1746503"/>
            <a:ext cx="7022592" cy="4806697"/>
          </a:xfrm>
        </p:spPr>
        <p:txBody>
          <a:bodyPr>
            <a:normAutofit/>
          </a:bodyPr>
          <a:lstStyle/>
          <a:p>
            <a:pPr marL="0" indent="0">
              <a:spcBef>
                <a:spcPts val="2500"/>
              </a:spcBef>
              <a:buFont typeface="Arial" panose="020B0604020202020204" pitchFamily="34" charset="0"/>
              <a:buNone/>
            </a:pPr>
            <a:r>
              <a:rPr lang="en-US" sz="1400" b="1" dirty="0"/>
              <a:t>Imposter Syndrome Defined As</a:t>
            </a:r>
          </a:p>
          <a:p>
            <a:pPr marL="0" lvl="1" indent="0">
              <a:buFont typeface="Arial" panose="020B0604020202020204" pitchFamily="34" charset="0"/>
              <a:buNone/>
            </a:pPr>
            <a:r>
              <a:rPr lang="en-US" sz="1400" dirty="0"/>
              <a:t>Imposter Syndrome involves persistent doubt about accomplishments and fear of being exposed as a fraud.</a:t>
            </a:r>
          </a:p>
          <a:p>
            <a:pPr marL="0" indent="0">
              <a:spcBef>
                <a:spcPts val="2500"/>
              </a:spcBef>
              <a:buFont typeface="Arial" panose="020B0604020202020204" pitchFamily="34" charset="0"/>
              <a:buNone/>
            </a:pPr>
            <a:r>
              <a:rPr lang="en-US" sz="1400" b="1" dirty="0"/>
              <a:t>Key Characteristics</a:t>
            </a:r>
          </a:p>
          <a:p>
            <a:pPr marL="0" lvl="1" indent="0">
              <a:buFont typeface="Arial" panose="020B0604020202020204" pitchFamily="34" charset="0"/>
              <a:buNone/>
            </a:pPr>
            <a:r>
              <a:rPr lang="en-US" sz="1400" dirty="0"/>
              <a:t>Chronic self-doubt, intellectual fraudulence feelings, and inability to internalize success define imposter syndrome.</a:t>
            </a:r>
          </a:p>
          <a:p>
            <a:pPr marL="0" indent="0">
              <a:spcBef>
                <a:spcPts val="2500"/>
              </a:spcBef>
              <a:buFont typeface="Arial" panose="020B0604020202020204" pitchFamily="34" charset="0"/>
              <a:buNone/>
            </a:pPr>
            <a:r>
              <a:rPr lang="en-US" sz="1400" b="1" dirty="0"/>
              <a:t>Emotional Impact</a:t>
            </a:r>
          </a:p>
          <a:p>
            <a:pPr marL="0" lvl="1" indent="0">
              <a:buFont typeface="Arial" panose="020B0604020202020204" pitchFamily="34" charset="0"/>
              <a:buNone/>
            </a:pPr>
            <a:r>
              <a:rPr lang="en-US" sz="1400" dirty="0"/>
              <a:t>Imposter Syndrome causes anxiety, stress, and reluctance to take on new challenges.</a:t>
            </a:r>
          </a:p>
        </p:txBody>
      </p:sp>
    </p:spTree>
    <p:extLst>
      <p:ext uri="{BB962C8B-B14F-4D97-AF65-F5344CB8AC3E}">
        <p14:creationId xmlns:p14="http://schemas.microsoft.com/office/powerpoint/2010/main" val="38746144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DF9BA-AC54-2D0E-DE2D-C3B1F60E748B}"/>
              </a:ext>
            </a:extLst>
          </p:cNvPr>
          <p:cNvSpPr>
            <a:spLocks noGrp="1"/>
          </p:cNvSpPr>
          <p:nvPr>
            <p:ph type="title"/>
          </p:nvPr>
        </p:nvSpPr>
        <p:spPr>
          <a:xfrm>
            <a:off x="320558" y="612648"/>
            <a:ext cx="7015483" cy="1033272"/>
          </a:xfrm>
        </p:spPr>
        <p:txBody>
          <a:bodyPr anchor="b">
            <a:normAutofit/>
          </a:bodyPr>
          <a:lstStyle/>
          <a:p>
            <a:r>
              <a:rPr lang="en-US"/>
              <a:t>Common Causes</a:t>
            </a:r>
          </a:p>
        </p:txBody>
      </p:sp>
      <p:sp>
        <p:nvSpPr>
          <p:cNvPr id="4" name="Date Placeholder 3">
            <a:extLst>
              <a:ext uri="{FF2B5EF4-FFF2-40B4-BE49-F238E27FC236}">
                <a16:creationId xmlns:a16="http://schemas.microsoft.com/office/drawing/2014/main" id="{EA112BBC-8E47-7123-58C6-A1326F4ACD47}"/>
              </a:ext>
            </a:extLst>
          </p:cNvPr>
          <p:cNvSpPr>
            <a:spLocks noGrp="1"/>
          </p:cNvSpPr>
          <p:nvPr>
            <p:ph type="dt" sz="half" idx="14"/>
          </p:nvPr>
        </p:nvSpPr>
        <p:spPr>
          <a:xfrm>
            <a:off x="5224951" y="207982"/>
            <a:ext cx="1682496" cy="413360"/>
          </a:xfr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9EAD527F-9C49-4481-A18C-80BA2EA99E79}" type="datetime1">
              <a:rPr kumimoji="0" lang="en-US" sz="850" b="1" i="0" u="none" strike="noStrike" kern="1200" cap="all" spc="100" normalizeH="0" baseline="0" noProof="0" smtClean="0">
                <a:ln>
                  <a:noFill/>
                </a:ln>
                <a:solidFill>
                  <a:srgbClr val="171717"/>
                </a:solidFill>
                <a:effectLst/>
                <a:uLnTx/>
                <a:uFillTx/>
                <a:latin typeface="Trade Gothic Next Light"/>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11/14/2025</a:t>
            </a:fld>
            <a:endParaRPr kumimoji="0" lang="en-US" sz="850" b="1" i="0" u="none" strike="noStrike" kern="1200" cap="all" spc="100" normalizeH="0" baseline="0" noProof="0">
              <a:ln>
                <a:noFill/>
              </a:ln>
              <a:solidFill>
                <a:srgbClr val="171717"/>
              </a:solidFill>
              <a:effectLst/>
              <a:uLnTx/>
              <a:uFillTx/>
              <a:latin typeface="Trade Gothic Next Light"/>
              <a:ea typeface="+mn-ea"/>
              <a:cs typeface="+mn-cs"/>
            </a:endParaRPr>
          </a:p>
        </p:txBody>
      </p:sp>
      <p:sp>
        <p:nvSpPr>
          <p:cNvPr id="5" name="Slide Number Placeholder 4">
            <a:extLst>
              <a:ext uri="{FF2B5EF4-FFF2-40B4-BE49-F238E27FC236}">
                <a16:creationId xmlns:a16="http://schemas.microsoft.com/office/drawing/2014/main" id="{8CFADD75-410C-B125-1E68-C30A3AF94A1F}"/>
              </a:ext>
            </a:extLst>
          </p:cNvPr>
          <p:cNvSpPr>
            <a:spLocks noGrp="1"/>
          </p:cNvSpPr>
          <p:nvPr>
            <p:ph type="sldNum" sz="quarter" idx="16"/>
          </p:nvPr>
        </p:nvSpPr>
        <p:spPr>
          <a:xfrm>
            <a:off x="6789594" y="207982"/>
            <a:ext cx="546447" cy="413360"/>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53D0FD4-819D-4187-8797-C35567B41C78}" type="slidenum">
              <a:rPr kumimoji="0" lang="en-US" sz="850" b="1" i="0" u="none" strike="noStrike" kern="1200" cap="all" spc="0" normalizeH="0" baseline="0" noProof="0" smtClean="0">
                <a:ln>
                  <a:noFill/>
                </a:ln>
                <a:solidFill>
                  <a:srgbClr val="171717"/>
                </a:solidFill>
                <a:effectLst/>
                <a:uLnTx/>
                <a:uFillTx/>
                <a:latin typeface="Trade Gothic Next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6</a:t>
            </a:fld>
            <a:endParaRPr kumimoji="0" lang="en-US" sz="850" b="1" i="0" u="none" strike="noStrike" kern="1200" cap="all" spc="0" normalizeH="0" baseline="0" noProof="0">
              <a:ln>
                <a:noFill/>
              </a:ln>
              <a:solidFill>
                <a:srgbClr val="171717"/>
              </a:solidFill>
              <a:effectLst/>
              <a:uLnTx/>
              <a:uFillTx/>
              <a:latin typeface="Trade Gothic Next Light"/>
              <a:ea typeface="+mn-ea"/>
              <a:cs typeface="+mn-cs"/>
            </a:endParaRPr>
          </a:p>
        </p:txBody>
      </p:sp>
      <p:sp>
        <p:nvSpPr>
          <p:cNvPr id="7" name="Content Placeholder 6">
            <a:extLst>
              <a:ext uri="{FF2B5EF4-FFF2-40B4-BE49-F238E27FC236}">
                <a16:creationId xmlns:a16="http://schemas.microsoft.com/office/drawing/2014/main" id="{FFBAF53D-1333-4C7C-F2AF-E58B0335DEF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17773" y="1746504"/>
            <a:ext cx="7018271" cy="4806696"/>
          </a:xfrm>
        </p:spPr>
        <p:txBody>
          <a:bodyPr>
            <a:normAutofit/>
          </a:bodyPr>
          <a:lstStyle/>
          <a:p>
            <a:pPr marL="0" indent="0">
              <a:spcBef>
                <a:spcPts val="2500"/>
              </a:spcBef>
              <a:buFont typeface="Arial" panose="020B0604020202020204" pitchFamily="34" charset="0"/>
              <a:buNone/>
            </a:pPr>
            <a:r>
              <a:rPr lang="en-US" sz="1400" b="1"/>
              <a:t>Perfectionism</a:t>
            </a:r>
          </a:p>
          <a:p>
            <a:pPr marL="0" lvl="1" indent="0">
              <a:buFont typeface="Arial" panose="020B0604020202020204" pitchFamily="34" charset="0"/>
              <a:buNone/>
            </a:pPr>
            <a:r>
              <a:rPr lang="en-US" sz="1400"/>
              <a:t>Setting unrealistically high standards can lead to feelings of inadequacy when expectations are not met.</a:t>
            </a:r>
          </a:p>
          <a:p>
            <a:pPr marL="0" indent="0">
              <a:spcBef>
                <a:spcPts val="2500"/>
              </a:spcBef>
              <a:buFont typeface="Arial" panose="020B0604020202020204" pitchFamily="34" charset="0"/>
              <a:buNone/>
            </a:pPr>
            <a:r>
              <a:rPr lang="en-US" sz="1400" b="1"/>
              <a:t>Family Expectations</a:t>
            </a:r>
          </a:p>
          <a:p>
            <a:pPr marL="0" lvl="1" indent="0">
              <a:buFont typeface="Arial" panose="020B0604020202020204" pitchFamily="34" charset="0"/>
              <a:buNone/>
            </a:pPr>
            <a:r>
              <a:rPr lang="en-US" sz="1400"/>
              <a:t>Upbringing with heavy emphasis on success can contribute to imposter feelings and pressure.</a:t>
            </a:r>
          </a:p>
          <a:p>
            <a:pPr marL="0" indent="0">
              <a:spcBef>
                <a:spcPts val="2500"/>
              </a:spcBef>
              <a:buFont typeface="Arial" panose="020B0604020202020204" pitchFamily="34" charset="0"/>
              <a:buNone/>
            </a:pPr>
            <a:r>
              <a:rPr lang="en-US" sz="1400" b="1"/>
              <a:t>New Roles and Challenges</a:t>
            </a:r>
          </a:p>
          <a:p>
            <a:pPr marL="0" lvl="1" indent="0">
              <a:buFont typeface="Arial" panose="020B0604020202020204" pitchFamily="34" charset="0"/>
              <a:buNone/>
            </a:pPr>
            <a:r>
              <a:rPr lang="en-US" sz="1400"/>
              <a:t>Facing unfamiliar tasks or roles can trigger feelings of unpreparedness and fraudulence.</a:t>
            </a:r>
          </a:p>
          <a:p>
            <a:pPr marL="0" indent="0">
              <a:spcBef>
                <a:spcPts val="2500"/>
              </a:spcBef>
              <a:buFont typeface="Arial" panose="020B0604020202020204" pitchFamily="34" charset="0"/>
              <a:buNone/>
            </a:pPr>
            <a:r>
              <a:rPr lang="en-US" sz="1400" b="1"/>
              <a:t>Social Comparison</a:t>
            </a:r>
          </a:p>
          <a:p>
            <a:pPr marL="0" lvl="1" indent="0">
              <a:buFont typeface="Arial" panose="020B0604020202020204" pitchFamily="34" charset="0"/>
              <a:buNone/>
            </a:pPr>
            <a:r>
              <a:rPr lang="en-US" sz="1400"/>
              <a:t>Constantly comparing oneself to others can increase self-doubt in competitive environments.</a:t>
            </a:r>
          </a:p>
        </p:txBody>
      </p:sp>
      <p:pic>
        <p:nvPicPr>
          <p:cNvPr id="8" name="Content Placeholder 7" descr="Mature woman placing Eager blue emoji pawn meets yellow pinocchio style emoji pawn. Emoji face drawing made contributor">
            <a:extLst>
              <a:ext uri="{FF2B5EF4-FFF2-40B4-BE49-F238E27FC236}">
                <a16:creationId xmlns:a16="http://schemas.microsoft.com/office/drawing/2014/main" id="{62A30928-A8AB-4794-9A82-8463A9ED67FA}"/>
              </a:ext>
            </a:extLst>
          </p:cNvPr>
          <p:cNvPicPr>
            <a:picLocks noGrp="1" noChangeAspect="1"/>
          </p:cNvPicPr>
          <p:nvPr>
            <p:ph type="pic" sz="quarter" idx="13"/>
          </p:nvPr>
        </p:nvPicPr>
        <p:blipFill>
          <a:blip r:embed="rId3"/>
          <a:srcRect l="32555" r="24451" b="-1"/>
          <a:stretch>
            <a:fillRect/>
          </a:stretch>
        </p:blipFill>
        <p:spPr>
          <a:xfrm>
            <a:off x="7773592" y="10"/>
            <a:ext cx="4417215" cy="6857990"/>
          </a:xfrm>
          <a:prstGeom prst="rect">
            <a:avLst/>
          </a:prstGeom>
          <a:noFill/>
        </p:spPr>
      </p:pic>
    </p:spTree>
    <p:extLst>
      <p:ext uri="{BB962C8B-B14F-4D97-AF65-F5344CB8AC3E}">
        <p14:creationId xmlns:p14="http://schemas.microsoft.com/office/powerpoint/2010/main" val="13081747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CF957-BAAA-D307-B2F5-CA692416A0E7}"/>
              </a:ext>
            </a:extLst>
          </p:cNvPr>
          <p:cNvSpPr>
            <a:spLocks noGrp="1"/>
          </p:cNvSpPr>
          <p:nvPr>
            <p:ph type="title"/>
          </p:nvPr>
        </p:nvSpPr>
        <p:spPr>
          <a:xfrm>
            <a:off x="64008" y="1435608"/>
            <a:ext cx="11594592" cy="5559552"/>
          </a:xfrm>
        </p:spPr>
        <p:txBody>
          <a:bodyPr anchor="b">
            <a:normAutofit/>
          </a:bodyPr>
          <a:lstStyle/>
          <a:p>
            <a:r>
              <a:rPr lang="en-US" dirty="0"/>
              <a:t>Recognizing</a:t>
            </a:r>
          </a:p>
        </p:txBody>
      </p:sp>
      <p:sp>
        <p:nvSpPr>
          <p:cNvPr id="6" name="Date Placeholder 5">
            <a:extLst>
              <a:ext uri="{FF2B5EF4-FFF2-40B4-BE49-F238E27FC236}">
                <a16:creationId xmlns:a16="http://schemas.microsoft.com/office/drawing/2014/main" id="{7648BBE4-88C0-2122-9370-2DBC64CD7922}"/>
              </a:ext>
            </a:extLst>
          </p:cNvPr>
          <p:cNvSpPr>
            <a:spLocks noGrp="1"/>
          </p:cNvSpPr>
          <p:nvPr>
            <p:ph type="dt" sz="half" idx="10"/>
          </p:nvPr>
        </p:nvSpPr>
        <p:spPr>
          <a:xfrm>
            <a:off x="7680069" y="207982"/>
            <a:ext cx="1921315" cy="413360"/>
          </a:xfr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BBB8170F-0370-4A38-8BF3-83D69476AE62}" type="datetime1">
              <a:rPr kumimoji="0" lang="en-US" sz="850" b="1" i="0" u="none" strike="noStrike" kern="1200" cap="all" spc="100" normalizeH="0" baseline="0" noProof="0" smtClean="0">
                <a:ln>
                  <a:noFill/>
                </a:ln>
                <a:solidFill>
                  <a:srgbClr val="F7F6F3"/>
                </a:solidFill>
                <a:effectLst/>
                <a:uLnTx/>
                <a:uFillTx/>
                <a:latin typeface="Trade Gothic Next Light"/>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11/14/2025</a:t>
            </a:fld>
            <a:endParaRPr kumimoji="0" lang="en-US" sz="850" b="1" i="0" u="none" strike="noStrike" kern="1200" cap="all" spc="100" normalizeH="0" baseline="0" noProof="0">
              <a:ln>
                <a:noFill/>
              </a:ln>
              <a:solidFill>
                <a:srgbClr val="F7F6F3"/>
              </a:solidFill>
              <a:effectLst/>
              <a:uLnTx/>
              <a:uFillTx/>
              <a:latin typeface="Trade Gothic Next Light"/>
              <a:ea typeface="+mn-ea"/>
              <a:cs typeface="+mn-cs"/>
            </a:endParaRPr>
          </a:p>
        </p:txBody>
      </p:sp>
      <p:sp>
        <p:nvSpPr>
          <p:cNvPr id="7" name="Slide Number Placeholder 6">
            <a:extLst>
              <a:ext uri="{FF2B5EF4-FFF2-40B4-BE49-F238E27FC236}">
                <a16:creationId xmlns:a16="http://schemas.microsoft.com/office/drawing/2014/main" id="{EBB9FBD5-FDC3-2C14-48DA-614AA1F3D67D}"/>
              </a:ext>
            </a:extLst>
          </p:cNvPr>
          <p:cNvSpPr>
            <a:spLocks noGrp="1"/>
          </p:cNvSpPr>
          <p:nvPr>
            <p:ph type="sldNum" sz="quarter" idx="12"/>
          </p:nvPr>
        </p:nvSpPr>
        <p:spPr>
          <a:xfrm>
            <a:off x="11288870" y="207982"/>
            <a:ext cx="546447" cy="413360"/>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53D0FD4-819D-4187-8797-C35567B41C78}" type="slidenum">
              <a:rPr kumimoji="0" lang="en-US" sz="850" b="1" i="0" u="none" strike="noStrike" kern="1200" cap="all" spc="0" normalizeH="0" baseline="0" noProof="0" smtClean="0">
                <a:ln>
                  <a:noFill/>
                </a:ln>
                <a:solidFill>
                  <a:srgbClr val="F7F6F3"/>
                </a:solidFill>
                <a:effectLst/>
                <a:uLnTx/>
                <a:uFillTx/>
                <a:latin typeface="Trade Gothic Next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7</a:t>
            </a:fld>
            <a:endParaRPr kumimoji="0" lang="en-US" sz="850" b="1" i="0" u="none" strike="noStrike" kern="1200" cap="all" spc="0" normalizeH="0" baseline="0" noProof="0">
              <a:ln>
                <a:noFill/>
              </a:ln>
              <a:solidFill>
                <a:srgbClr val="F7F6F3"/>
              </a:solidFill>
              <a:effectLst/>
              <a:uLnTx/>
              <a:uFillTx/>
              <a:latin typeface="Trade Gothic Next Light"/>
              <a:ea typeface="+mn-ea"/>
              <a:cs typeface="+mn-cs"/>
            </a:endParaRPr>
          </a:p>
        </p:txBody>
      </p:sp>
    </p:spTree>
    <p:extLst>
      <p:ext uri="{BB962C8B-B14F-4D97-AF65-F5344CB8AC3E}">
        <p14:creationId xmlns:p14="http://schemas.microsoft.com/office/powerpoint/2010/main" val="12575405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D8CD0-4448-F119-E26C-F3D686EB04DC}"/>
              </a:ext>
            </a:extLst>
          </p:cNvPr>
          <p:cNvSpPr>
            <a:spLocks noGrp="1"/>
          </p:cNvSpPr>
          <p:nvPr>
            <p:ph type="title"/>
          </p:nvPr>
        </p:nvSpPr>
        <p:spPr>
          <a:xfrm>
            <a:off x="320558" y="612648"/>
            <a:ext cx="7015483" cy="1033272"/>
          </a:xfrm>
        </p:spPr>
        <p:txBody>
          <a:bodyPr anchor="b">
            <a:normAutofit/>
          </a:bodyPr>
          <a:lstStyle/>
          <a:p>
            <a:r>
              <a:rPr lang="en-US"/>
              <a:t>Symptoms and Indicators</a:t>
            </a:r>
          </a:p>
        </p:txBody>
      </p:sp>
      <p:sp>
        <p:nvSpPr>
          <p:cNvPr id="4" name="Date Placeholder 3">
            <a:extLst>
              <a:ext uri="{FF2B5EF4-FFF2-40B4-BE49-F238E27FC236}">
                <a16:creationId xmlns:a16="http://schemas.microsoft.com/office/drawing/2014/main" id="{73AFE46A-27B7-7219-639E-25F47EFEAFB7}"/>
              </a:ext>
            </a:extLst>
          </p:cNvPr>
          <p:cNvSpPr>
            <a:spLocks noGrp="1"/>
          </p:cNvSpPr>
          <p:nvPr>
            <p:ph type="dt" sz="half" idx="14"/>
          </p:nvPr>
        </p:nvSpPr>
        <p:spPr>
          <a:xfrm>
            <a:off x="5224951" y="207982"/>
            <a:ext cx="1682496" cy="413360"/>
          </a:xfr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9EAD527F-9C49-4481-A18C-80BA2EA99E79}" type="datetime1">
              <a:rPr kumimoji="0" lang="en-US" sz="850" b="1" i="0" u="none" strike="noStrike" kern="1200" cap="all" spc="100" normalizeH="0" baseline="0" noProof="0" smtClean="0">
                <a:ln>
                  <a:noFill/>
                </a:ln>
                <a:solidFill>
                  <a:srgbClr val="171717"/>
                </a:solidFill>
                <a:effectLst/>
                <a:uLnTx/>
                <a:uFillTx/>
                <a:latin typeface="Trade Gothic Next Light"/>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11/14/2025</a:t>
            </a:fld>
            <a:endParaRPr kumimoji="0" lang="en-US" sz="850" b="1" i="0" u="none" strike="noStrike" kern="1200" cap="all" spc="100" normalizeH="0" baseline="0" noProof="0">
              <a:ln>
                <a:noFill/>
              </a:ln>
              <a:solidFill>
                <a:srgbClr val="171717"/>
              </a:solidFill>
              <a:effectLst/>
              <a:uLnTx/>
              <a:uFillTx/>
              <a:latin typeface="Trade Gothic Next Light"/>
              <a:ea typeface="+mn-ea"/>
              <a:cs typeface="+mn-cs"/>
            </a:endParaRPr>
          </a:p>
        </p:txBody>
      </p:sp>
      <p:sp>
        <p:nvSpPr>
          <p:cNvPr id="5" name="Slide Number Placeholder 4">
            <a:extLst>
              <a:ext uri="{FF2B5EF4-FFF2-40B4-BE49-F238E27FC236}">
                <a16:creationId xmlns:a16="http://schemas.microsoft.com/office/drawing/2014/main" id="{C9F93FD8-B034-5204-A2DD-13369A3B4AFF}"/>
              </a:ext>
            </a:extLst>
          </p:cNvPr>
          <p:cNvSpPr>
            <a:spLocks noGrp="1"/>
          </p:cNvSpPr>
          <p:nvPr>
            <p:ph type="sldNum" sz="quarter" idx="16"/>
          </p:nvPr>
        </p:nvSpPr>
        <p:spPr>
          <a:xfrm>
            <a:off x="6789594" y="207982"/>
            <a:ext cx="546447" cy="413360"/>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53D0FD4-819D-4187-8797-C35567B41C78}" type="slidenum">
              <a:rPr kumimoji="0" lang="en-US" sz="850" b="1" i="0" u="none" strike="noStrike" kern="1200" cap="all" spc="0" normalizeH="0" baseline="0" noProof="0" smtClean="0">
                <a:ln>
                  <a:noFill/>
                </a:ln>
                <a:solidFill>
                  <a:srgbClr val="171717"/>
                </a:solidFill>
                <a:effectLst/>
                <a:uLnTx/>
                <a:uFillTx/>
                <a:latin typeface="Trade Gothic Next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8</a:t>
            </a:fld>
            <a:endParaRPr kumimoji="0" lang="en-US" sz="850" b="1" i="0" u="none" strike="noStrike" kern="1200" cap="all" spc="0" normalizeH="0" baseline="0" noProof="0">
              <a:ln>
                <a:noFill/>
              </a:ln>
              <a:solidFill>
                <a:srgbClr val="171717"/>
              </a:solidFill>
              <a:effectLst/>
              <a:uLnTx/>
              <a:uFillTx/>
              <a:latin typeface="Trade Gothic Next Light"/>
              <a:ea typeface="+mn-ea"/>
              <a:cs typeface="+mn-cs"/>
            </a:endParaRPr>
          </a:p>
        </p:txBody>
      </p:sp>
      <p:sp>
        <p:nvSpPr>
          <p:cNvPr id="7" name="Content Placeholder 6">
            <a:extLst>
              <a:ext uri="{FF2B5EF4-FFF2-40B4-BE49-F238E27FC236}">
                <a16:creationId xmlns:a16="http://schemas.microsoft.com/office/drawing/2014/main" id="{561AC62B-CB00-3021-4D3A-04340336B15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17773" y="1746504"/>
            <a:ext cx="7018271" cy="4806696"/>
          </a:xfrm>
        </p:spPr>
        <p:txBody>
          <a:bodyPr>
            <a:normAutofit/>
          </a:bodyPr>
          <a:lstStyle/>
          <a:p>
            <a:pPr marL="0" indent="0">
              <a:spcBef>
                <a:spcPts val="2500"/>
              </a:spcBef>
              <a:buFont typeface="Arial" panose="020B0604020202020204" pitchFamily="34" charset="0"/>
              <a:buNone/>
            </a:pPr>
            <a:r>
              <a:rPr lang="en-US" sz="1400" b="1"/>
              <a:t>Persistent Self-Doubt</a:t>
            </a:r>
          </a:p>
          <a:p>
            <a:pPr marL="0" lvl="1" indent="0">
              <a:buFont typeface="Arial" panose="020B0604020202020204" pitchFamily="34" charset="0"/>
              <a:buNone/>
            </a:pPr>
            <a:r>
              <a:rPr lang="en-US" sz="1400"/>
              <a:t>Individuals experience ongoing self-doubt that undermines their confidence and achievements.</a:t>
            </a:r>
          </a:p>
          <a:p>
            <a:pPr marL="0" indent="0">
              <a:spcBef>
                <a:spcPts val="2500"/>
              </a:spcBef>
              <a:buFont typeface="Arial" panose="020B0604020202020204" pitchFamily="34" charset="0"/>
              <a:buNone/>
            </a:pPr>
            <a:r>
              <a:rPr lang="en-US" sz="1400" b="1"/>
              <a:t>Fear of Exposure</a:t>
            </a:r>
          </a:p>
          <a:p>
            <a:pPr marL="0" lvl="1" indent="0">
              <a:buFont typeface="Arial" panose="020B0604020202020204" pitchFamily="34" charset="0"/>
              <a:buNone/>
            </a:pPr>
            <a:r>
              <a:rPr lang="en-US" sz="1400"/>
              <a:t>There is a constant fear of being exposed as a fraud despite evident success.</a:t>
            </a:r>
          </a:p>
          <a:p>
            <a:pPr marL="0" indent="0">
              <a:spcBef>
                <a:spcPts val="2500"/>
              </a:spcBef>
              <a:buFont typeface="Arial" panose="020B0604020202020204" pitchFamily="34" charset="0"/>
              <a:buNone/>
            </a:pPr>
            <a:r>
              <a:rPr lang="en-US" sz="1400" b="1"/>
              <a:t>Overachieving and Underachieving</a:t>
            </a:r>
          </a:p>
          <a:p>
            <a:pPr marL="0" lvl="1" indent="0">
              <a:buFont typeface="Arial" panose="020B0604020202020204" pitchFamily="34" charset="0"/>
              <a:buNone/>
            </a:pPr>
            <a:r>
              <a:rPr lang="en-US" sz="1400"/>
              <a:t>Some individuals overcompensate by overachieving, while others underperform to avoid failure.</a:t>
            </a:r>
          </a:p>
          <a:p>
            <a:pPr marL="0" indent="0">
              <a:spcBef>
                <a:spcPts val="2500"/>
              </a:spcBef>
              <a:buFont typeface="Arial" panose="020B0604020202020204" pitchFamily="34" charset="0"/>
              <a:buNone/>
            </a:pPr>
            <a:r>
              <a:rPr lang="en-US" sz="1400" b="1"/>
              <a:t>Impact on Well-being</a:t>
            </a:r>
          </a:p>
          <a:p>
            <a:pPr marL="0" lvl="1" indent="0">
              <a:buFont typeface="Arial" panose="020B0604020202020204" pitchFamily="34" charset="0"/>
              <a:buNone/>
            </a:pPr>
            <a:r>
              <a:rPr lang="en-US" sz="1400"/>
              <a:t>These symptoms cause stress and lower self-confidence, making accomplishment recognition difficult.</a:t>
            </a:r>
          </a:p>
        </p:txBody>
      </p:sp>
      <p:pic>
        <p:nvPicPr>
          <p:cNvPr id="8" name="Content Placeholder 7" descr="Depressed caucasian man sitting alone on the hardwood floor leaning against the wall lost in deep thoughts holding head in hands">
            <a:extLst>
              <a:ext uri="{FF2B5EF4-FFF2-40B4-BE49-F238E27FC236}">
                <a16:creationId xmlns:a16="http://schemas.microsoft.com/office/drawing/2014/main" id="{5A0518BD-9023-4589-B2DB-AAF4028CE76B}"/>
              </a:ext>
            </a:extLst>
          </p:cNvPr>
          <p:cNvPicPr>
            <a:picLocks noGrp="1" noChangeAspect="1"/>
          </p:cNvPicPr>
          <p:nvPr>
            <p:ph type="pic" sz="quarter" idx="13"/>
          </p:nvPr>
        </p:nvPicPr>
        <p:blipFill>
          <a:blip r:embed="rId3"/>
          <a:srcRect l="1379" r="2127"/>
          <a:stretch>
            <a:fillRect/>
          </a:stretch>
        </p:blipFill>
        <p:spPr>
          <a:xfrm>
            <a:off x="7773592" y="10"/>
            <a:ext cx="4417215" cy="6857990"/>
          </a:xfrm>
          <a:prstGeom prst="rect">
            <a:avLst/>
          </a:prstGeom>
          <a:noFill/>
        </p:spPr>
      </p:pic>
    </p:spTree>
    <p:extLst>
      <p:ext uri="{BB962C8B-B14F-4D97-AF65-F5344CB8AC3E}">
        <p14:creationId xmlns:p14="http://schemas.microsoft.com/office/powerpoint/2010/main" val="42221987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58B13-50B8-FD3A-5A0A-4BBC4378A9AC}"/>
              </a:ext>
            </a:extLst>
          </p:cNvPr>
          <p:cNvSpPr>
            <a:spLocks noGrp="1"/>
          </p:cNvSpPr>
          <p:nvPr>
            <p:ph type="title"/>
          </p:nvPr>
        </p:nvSpPr>
        <p:spPr>
          <a:xfrm>
            <a:off x="64008" y="1435608"/>
            <a:ext cx="11594592" cy="5559552"/>
          </a:xfrm>
        </p:spPr>
        <p:txBody>
          <a:bodyPr anchor="b">
            <a:normAutofit/>
          </a:bodyPr>
          <a:lstStyle/>
          <a:p>
            <a:r>
              <a:rPr lang="en-US" dirty="0"/>
              <a:t>Impact</a:t>
            </a:r>
          </a:p>
        </p:txBody>
      </p:sp>
      <p:sp>
        <p:nvSpPr>
          <p:cNvPr id="6" name="Date Placeholder 5">
            <a:extLst>
              <a:ext uri="{FF2B5EF4-FFF2-40B4-BE49-F238E27FC236}">
                <a16:creationId xmlns:a16="http://schemas.microsoft.com/office/drawing/2014/main" id="{8F6AB657-6C03-B971-7DAD-15220E751D8F}"/>
              </a:ext>
            </a:extLst>
          </p:cNvPr>
          <p:cNvSpPr>
            <a:spLocks noGrp="1"/>
          </p:cNvSpPr>
          <p:nvPr>
            <p:ph type="dt" sz="half" idx="10"/>
          </p:nvPr>
        </p:nvSpPr>
        <p:spPr>
          <a:xfrm>
            <a:off x="7680069" y="207982"/>
            <a:ext cx="1921315" cy="413360"/>
          </a:xfr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BBB8170F-0370-4A38-8BF3-83D69476AE62}" type="datetime1">
              <a:rPr kumimoji="0" lang="en-US" sz="850" b="1" i="0" u="none" strike="noStrike" kern="1200" cap="all" spc="100" normalizeH="0" baseline="0" noProof="0" smtClean="0">
                <a:ln>
                  <a:noFill/>
                </a:ln>
                <a:solidFill>
                  <a:srgbClr val="F7F6F3"/>
                </a:solidFill>
                <a:effectLst/>
                <a:uLnTx/>
                <a:uFillTx/>
                <a:latin typeface="Trade Gothic Next Light"/>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11/14/2025</a:t>
            </a:fld>
            <a:endParaRPr kumimoji="0" lang="en-US" sz="850" b="1" i="0" u="none" strike="noStrike" kern="1200" cap="all" spc="100" normalizeH="0" baseline="0" noProof="0">
              <a:ln>
                <a:noFill/>
              </a:ln>
              <a:solidFill>
                <a:srgbClr val="F7F6F3"/>
              </a:solidFill>
              <a:effectLst/>
              <a:uLnTx/>
              <a:uFillTx/>
              <a:latin typeface="Trade Gothic Next Light"/>
              <a:ea typeface="+mn-ea"/>
              <a:cs typeface="+mn-cs"/>
            </a:endParaRPr>
          </a:p>
        </p:txBody>
      </p:sp>
      <p:sp>
        <p:nvSpPr>
          <p:cNvPr id="7" name="Slide Number Placeholder 6">
            <a:extLst>
              <a:ext uri="{FF2B5EF4-FFF2-40B4-BE49-F238E27FC236}">
                <a16:creationId xmlns:a16="http://schemas.microsoft.com/office/drawing/2014/main" id="{52E1599C-D78B-5EC9-3AB4-16B79BB0FA1E}"/>
              </a:ext>
            </a:extLst>
          </p:cNvPr>
          <p:cNvSpPr>
            <a:spLocks noGrp="1"/>
          </p:cNvSpPr>
          <p:nvPr>
            <p:ph type="sldNum" sz="quarter" idx="12"/>
          </p:nvPr>
        </p:nvSpPr>
        <p:spPr>
          <a:xfrm>
            <a:off x="11288870" y="207982"/>
            <a:ext cx="546447" cy="413360"/>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53D0FD4-819D-4187-8797-C35567B41C78}" type="slidenum">
              <a:rPr kumimoji="0" lang="en-US" sz="850" b="1" i="0" u="none" strike="noStrike" kern="1200" cap="all" spc="0" normalizeH="0" baseline="0" noProof="0" smtClean="0">
                <a:ln>
                  <a:noFill/>
                </a:ln>
                <a:solidFill>
                  <a:srgbClr val="F7F6F3"/>
                </a:solidFill>
                <a:effectLst/>
                <a:uLnTx/>
                <a:uFillTx/>
                <a:latin typeface="Trade Gothic Next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9</a:t>
            </a:fld>
            <a:endParaRPr kumimoji="0" lang="en-US" sz="850" b="1" i="0" u="none" strike="noStrike" kern="1200" cap="all" spc="0" normalizeH="0" baseline="0" noProof="0">
              <a:ln>
                <a:noFill/>
              </a:ln>
              <a:solidFill>
                <a:srgbClr val="F7F6F3"/>
              </a:solidFill>
              <a:effectLst/>
              <a:uLnTx/>
              <a:uFillTx/>
              <a:latin typeface="Trade Gothic Next Light"/>
              <a:ea typeface="+mn-ea"/>
              <a:cs typeface="+mn-cs"/>
            </a:endParaRPr>
          </a:p>
        </p:txBody>
      </p:sp>
    </p:spTree>
    <p:extLst>
      <p:ext uri="{BB962C8B-B14F-4D97-AF65-F5344CB8AC3E}">
        <p14:creationId xmlns:p14="http://schemas.microsoft.com/office/powerpoint/2010/main" val="7310682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4C038-12EA-C112-EC28-48DE186D91C7}"/>
              </a:ext>
            </a:extLst>
          </p:cNvPr>
          <p:cNvSpPr>
            <a:spLocks noGrp="1"/>
          </p:cNvSpPr>
          <p:nvPr>
            <p:ph type="title"/>
          </p:nvPr>
        </p:nvSpPr>
        <p:spPr>
          <a:xfrm>
            <a:off x="4750308" y="612648"/>
            <a:ext cx="7022592" cy="1033272"/>
          </a:xfrm>
        </p:spPr>
        <p:txBody>
          <a:bodyPr anchor="b">
            <a:normAutofit/>
          </a:bodyPr>
          <a:lstStyle/>
          <a:p>
            <a:r>
              <a:rPr lang="en-US"/>
              <a:t>Effects on Mental Health and Performance</a:t>
            </a:r>
          </a:p>
        </p:txBody>
      </p:sp>
      <p:pic>
        <p:nvPicPr>
          <p:cNvPr id="8" name="Content Placeholder 7" descr="Problem solution answer puzzle head">
            <a:extLst>
              <a:ext uri="{FF2B5EF4-FFF2-40B4-BE49-F238E27FC236}">
                <a16:creationId xmlns:a16="http://schemas.microsoft.com/office/drawing/2014/main" id="{6D8FF419-E199-44C9-84DF-E2DB7E933D88}"/>
              </a:ext>
            </a:extLst>
          </p:cNvPr>
          <p:cNvPicPr>
            <a:picLocks noGrp="1" noChangeAspect="1"/>
          </p:cNvPicPr>
          <p:nvPr>
            <p:ph type="pic" sz="quarter" idx="13"/>
          </p:nvPr>
        </p:nvPicPr>
        <p:blipFill>
          <a:blip r:embed="rId3"/>
          <a:srcRect l="8016" r="28663"/>
          <a:stretch>
            <a:fillRect/>
          </a:stretch>
        </p:blipFill>
        <p:spPr>
          <a:xfrm>
            <a:off x="20" y="10"/>
            <a:ext cx="4342564" cy="6857990"/>
          </a:xfrm>
          <a:prstGeom prst="rect">
            <a:avLst/>
          </a:prstGeom>
          <a:noFill/>
        </p:spPr>
      </p:pic>
      <p:sp>
        <p:nvSpPr>
          <p:cNvPr id="4" name="Date Placeholder 3">
            <a:extLst>
              <a:ext uri="{FF2B5EF4-FFF2-40B4-BE49-F238E27FC236}">
                <a16:creationId xmlns:a16="http://schemas.microsoft.com/office/drawing/2014/main" id="{53551DF6-B313-CE7A-80C5-951C9C402A77}"/>
              </a:ext>
            </a:extLst>
          </p:cNvPr>
          <p:cNvSpPr>
            <a:spLocks noGrp="1"/>
          </p:cNvSpPr>
          <p:nvPr>
            <p:ph type="dt" sz="half" idx="14"/>
          </p:nvPr>
        </p:nvSpPr>
        <p:spPr>
          <a:xfrm>
            <a:off x="9582299" y="210312"/>
            <a:ext cx="1679642" cy="413360"/>
          </a:xfr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9EAD527F-9C49-4481-A18C-80BA2EA99E79}" type="datetime1">
              <a:rPr kumimoji="0" lang="en-US" sz="850" b="1" i="0" u="none" strike="noStrike" kern="1200" cap="all" spc="100" normalizeH="0" baseline="0" noProof="0" smtClean="0">
                <a:ln>
                  <a:noFill/>
                </a:ln>
                <a:solidFill>
                  <a:srgbClr val="171717"/>
                </a:solidFill>
                <a:effectLst/>
                <a:uLnTx/>
                <a:uFillTx/>
                <a:latin typeface="Trade Gothic Next Light"/>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11/14/2025</a:t>
            </a:fld>
            <a:endParaRPr kumimoji="0" lang="en-US" sz="850" b="1" i="0" u="none" strike="noStrike" kern="1200" cap="all" spc="100" normalizeH="0" baseline="0" noProof="0">
              <a:ln>
                <a:noFill/>
              </a:ln>
              <a:solidFill>
                <a:srgbClr val="171717"/>
              </a:solidFill>
              <a:effectLst/>
              <a:uLnTx/>
              <a:uFillTx/>
              <a:latin typeface="Trade Gothic Next Light"/>
              <a:ea typeface="+mn-ea"/>
              <a:cs typeface="+mn-cs"/>
            </a:endParaRPr>
          </a:p>
        </p:txBody>
      </p:sp>
      <p:sp>
        <p:nvSpPr>
          <p:cNvPr id="5" name="Slide Number Placeholder 4">
            <a:extLst>
              <a:ext uri="{FF2B5EF4-FFF2-40B4-BE49-F238E27FC236}">
                <a16:creationId xmlns:a16="http://schemas.microsoft.com/office/drawing/2014/main" id="{5C66C1D0-CD41-7236-38A6-0A3CB1EF19CB}"/>
              </a:ext>
            </a:extLst>
          </p:cNvPr>
          <p:cNvSpPr>
            <a:spLocks noGrp="1"/>
          </p:cNvSpPr>
          <p:nvPr>
            <p:ph type="sldNum" sz="quarter" idx="16"/>
          </p:nvPr>
        </p:nvSpPr>
        <p:spPr>
          <a:xfrm>
            <a:off x="11288870" y="207982"/>
            <a:ext cx="546447" cy="413360"/>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53D0FD4-819D-4187-8797-C35567B41C78}" type="slidenum">
              <a:rPr kumimoji="0" lang="en-US" sz="850" b="1" i="0" u="none" strike="noStrike" kern="1200" cap="all" spc="0" normalizeH="0" baseline="0" noProof="0" smtClean="0">
                <a:ln>
                  <a:noFill/>
                </a:ln>
                <a:solidFill>
                  <a:srgbClr val="171717"/>
                </a:solidFill>
                <a:effectLst/>
                <a:uLnTx/>
                <a:uFillTx/>
                <a:latin typeface="Trade Gothic Next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10</a:t>
            </a:fld>
            <a:endParaRPr kumimoji="0" lang="en-US" sz="850" b="1" i="0" u="none" strike="noStrike" kern="1200" cap="all" spc="0" normalizeH="0" baseline="0" noProof="0">
              <a:ln>
                <a:noFill/>
              </a:ln>
              <a:solidFill>
                <a:srgbClr val="171717"/>
              </a:solidFill>
              <a:effectLst/>
              <a:uLnTx/>
              <a:uFillTx/>
              <a:latin typeface="Trade Gothic Next Light"/>
              <a:ea typeface="+mn-ea"/>
              <a:cs typeface="+mn-cs"/>
            </a:endParaRPr>
          </a:p>
        </p:txBody>
      </p:sp>
      <p:sp>
        <p:nvSpPr>
          <p:cNvPr id="7" name="Content Placeholder 6">
            <a:extLst>
              <a:ext uri="{FF2B5EF4-FFF2-40B4-BE49-F238E27FC236}">
                <a16:creationId xmlns:a16="http://schemas.microsoft.com/office/drawing/2014/main" id="{AA1484FA-75BA-9A4C-A574-B630F801376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50307" y="1746503"/>
            <a:ext cx="7022592" cy="4806697"/>
          </a:xfrm>
        </p:spPr>
        <p:txBody>
          <a:bodyPr>
            <a:normAutofit/>
          </a:bodyPr>
          <a:lstStyle/>
          <a:p>
            <a:pPr marL="0" indent="0">
              <a:spcBef>
                <a:spcPts val="2500"/>
              </a:spcBef>
              <a:buFont typeface="Arial" panose="020B0604020202020204" pitchFamily="34" charset="0"/>
              <a:buNone/>
            </a:pPr>
            <a:r>
              <a:rPr lang="en-US" sz="1400" b="1"/>
              <a:t>Increased Stress and Anxiety</a:t>
            </a:r>
          </a:p>
          <a:p>
            <a:pPr marL="0" lvl="1" indent="0">
              <a:buFont typeface="Arial" panose="020B0604020202020204" pitchFamily="34" charset="0"/>
              <a:buNone/>
            </a:pPr>
            <a:r>
              <a:rPr lang="en-US" sz="1400"/>
              <a:t>Imposter Syndrome leads to constant worry about being exposed, causing heightened stress and anxiety levels.</a:t>
            </a:r>
          </a:p>
          <a:p>
            <a:pPr marL="0" indent="0">
              <a:spcBef>
                <a:spcPts val="2500"/>
              </a:spcBef>
              <a:buFont typeface="Arial" panose="020B0604020202020204" pitchFamily="34" charset="0"/>
              <a:buNone/>
            </a:pPr>
            <a:r>
              <a:rPr lang="en-US" sz="1400" b="1"/>
              <a:t>Risk of Burnout</a:t>
            </a:r>
          </a:p>
          <a:p>
            <a:pPr marL="0" lvl="1" indent="0">
              <a:buFont typeface="Arial" panose="020B0604020202020204" pitchFamily="34" charset="0"/>
              <a:buNone/>
            </a:pPr>
            <a:r>
              <a:rPr lang="en-US" sz="1400"/>
              <a:t>Overworking to prove worth can result in burnout, damaging mental and physical health.</a:t>
            </a:r>
          </a:p>
          <a:p>
            <a:pPr marL="0" indent="0">
              <a:spcBef>
                <a:spcPts val="2500"/>
              </a:spcBef>
              <a:buFont typeface="Arial" panose="020B0604020202020204" pitchFamily="34" charset="0"/>
              <a:buNone/>
            </a:pPr>
            <a:r>
              <a:rPr lang="en-US" sz="1400" b="1"/>
              <a:t>Decreased Self-Confidence</a:t>
            </a:r>
          </a:p>
          <a:p>
            <a:pPr marL="0" lvl="1" indent="0">
              <a:buFont typeface="Arial" panose="020B0604020202020204" pitchFamily="34" charset="0"/>
              <a:buNone/>
            </a:pPr>
            <a:r>
              <a:rPr lang="en-US" sz="1400"/>
              <a:t>The syndrome lowers self-confidence, making it harder to pursue new opportunities and take risks.</a:t>
            </a:r>
          </a:p>
          <a:p>
            <a:pPr marL="0" indent="0">
              <a:spcBef>
                <a:spcPts val="2500"/>
              </a:spcBef>
              <a:buFont typeface="Arial" panose="020B0604020202020204" pitchFamily="34" charset="0"/>
              <a:buNone/>
            </a:pPr>
            <a:r>
              <a:rPr lang="en-US" sz="1400" b="1"/>
              <a:t>Avoidance of Challenges</a:t>
            </a:r>
          </a:p>
          <a:p>
            <a:pPr marL="0" lvl="1" indent="0">
              <a:buFont typeface="Arial" panose="020B0604020202020204" pitchFamily="34" charset="0"/>
              <a:buNone/>
            </a:pPr>
            <a:r>
              <a:rPr lang="en-US" sz="1400"/>
              <a:t>Fear of failure or judgment causes some individuals to avoid challenges, limiting growth and advancement.</a:t>
            </a:r>
          </a:p>
        </p:txBody>
      </p:sp>
    </p:spTree>
    <p:extLst>
      <p:ext uri="{BB962C8B-B14F-4D97-AF65-F5344CB8AC3E}">
        <p14:creationId xmlns:p14="http://schemas.microsoft.com/office/powerpoint/2010/main" val="18731933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36072-D5CC-A54B-6C9D-3B897CF239F8}"/>
              </a:ext>
            </a:extLst>
          </p:cNvPr>
          <p:cNvSpPr>
            <a:spLocks noGrp="1"/>
          </p:cNvSpPr>
          <p:nvPr>
            <p:ph type="title"/>
          </p:nvPr>
        </p:nvSpPr>
        <p:spPr>
          <a:xfrm>
            <a:off x="64008" y="1435608"/>
            <a:ext cx="11594592" cy="5559552"/>
          </a:xfrm>
        </p:spPr>
        <p:txBody>
          <a:bodyPr anchor="b">
            <a:normAutofit/>
          </a:bodyPr>
          <a:lstStyle/>
          <a:p>
            <a:r>
              <a:rPr lang="en-US" dirty="0"/>
              <a:t>Managing</a:t>
            </a:r>
          </a:p>
        </p:txBody>
      </p:sp>
      <p:sp>
        <p:nvSpPr>
          <p:cNvPr id="6" name="Date Placeholder 5">
            <a:extLst>
              <a:ext uri="{FF2B5EF4-FFF2-40B4-BE49-F238E27FC236}">
                <a16:creationId xmlns:a16="http://schemas.microsoft.com/office/drawing/2014/main" id="{134A3057-B9F6-3B1D-3123-4A83A3B13A9A}"/>
              </a:ext>
            </a:extLst>
          </p:cNvPr>
          <p:cNvSpPr>
            <a:spLocks noGrp="1"/>
          </p:cNvSpPr>
          <p:nvPr>
            <p:ph type="dt" sz="half" idx="10"/>
          </p:nvPr>
        </p:nvSpPr>
        <p:spPr>
          <a:xfrm>
            <a:off x="7680069" y="207982"/>
            <a:ext cx="1921315" cy="413360"/>
          </a:xfr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BBB8170F-0370-4A38-8BF3-83D69476AE62}" type="datetime1">
              <a:rPr kumimoji="0" lang="en-US" sz="850" b="1" i="0" u="none" strike="noStrike" kern="1200" cap="all" spc="100" normalizeH="0" baseline="0" noProof="0" smtClean="0">
                <a:ln>
                  <a:noFill/>
                </a:ln>
                <a:solidFill>
                  <a:srgbClr val="F7F6F3"/>
                </a:solidFill>
                <a:effectLst/>
                <a:uLnTx/>
                <a:uFillTx/>
                <a:latin typeface="Trade Gothic Next Light"/>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11/14/2025</a:t>
            </a:fld>
            <a:endParaRPr kumimoji="0" lang="en-US" sz="850" b="1" i="0" u="none" strike="noStrike" kern="1200" cap="all" spc="100" normalizeH="0" baseline="0" noProof="0">
              <a:ln>
                <a:noFill/>
              </a:ln>
              <a:solidFill>
                <a:srgbClr val="F7F6F3"/>
              </a:solidFill>
              <a:effectLst/>
              <a:uLnTx/>
              <a:uFillTx/>
              <a:latin typeface="Trade Gothic Next Light"/>
              <a:ea typeface="+mn-ea"/>
              <a:cs typeface="+mn-cs"/>
            </a:endParaRPr>
          </a:p>
        </p:txBody>
      </p:sp>
      <p:sp>
        <p:nvSpPr>
          <p:cNvPr id="7" name="Slide Number Placeholder 6">
            <a:extLst>
              <a:ext uri="{FF2B5EF4-FFF2-40B4-BE49-F238E27FC236}">
                <a16:creationId xmlns:a16="http://schemas.microsoft.com/office/drawing/2014/main" id="{615B9285-C46B-7F82-3C29-9576EC5E681E}"/>
              </a:ext>
            </a:extLst>
          </p:cNvPr>
          <p:cNvSpPr>
            <a:spLocks noGrp="1"/>
          </p:cNvSpPr>
          <p:nvPr>
            <p:ph type="sldNum" sz="quarter" idx="12"/>
          </p:nvPr>
        </p:nvSpPr>
        <p:spPr>
          <a:xfrm>
            <a:off x="11288870" y="207982"/>
            <a:ext cx="546447" cy="413360"/>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53D0FD4-819D-4187-8797-C35567B41C78}" type="slidenum">
              <a:rPr kumimoji="0" lang="en-US" sz="850" b="1" i="0" u="none" strike="noStrike" kern="1200" cap="all" spc="0" normalizeH="0" baseline="0" noProof="0" smtClean="0">
                <a:ln>
                  <a:noFill/>
                </a:ln>
                <a:solidFill>
                  <a:srgbClr val="F7F6F3"/>
                </a:solidFill>
                <a:effectLst/>
                <a:uLnTx/>
                <a:uFillTx/>
                <a:latin typeface="Trade Gothic Next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11</a:t>
            </a:fld>
            <a:endParaRPr kumimoji="0" lang="en-US" sz="850" b="1" i="0" u="none" strike="noStrike" kern="1200" cap="all" spc="0" normalizeH="0" baseline="0" noProof="0">
              <a:ln>
                <a:noFill/>
              </a:ln>
              <a:solidFill>
                <a:srgbClr val="F7F6F3"/>
              </a:solidFill>
              <a:effectLst/>
              <a:uLnTx/>
              <a:uFillTx/>
              <a:latin typeface="Trade Gothic Next Light"/>
              <a:ea typeface="+mn-ea"/>
              <a:cs typeface="+mn-cs"/>
            </a:endParaRPr>
          </a:p>
        </p:txBody>
      </p:sp>
    </p:spTree>
    <p:extLst>
      <p:ext uri="{BB962C8B-B14F-4D97-AF65-F5344CB8AC3E}">
        <p14:creationId xmlns:p14="http://schemas.microsoft.com/office/powerpoint/2010/main" val="25836036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FA244-5262-38A7-F11D-5F0162EA83C4}"/>
              </a:ext>
            </a:extLst>
          </p:cNvPr>
          <p:cNvSpPr>
            <a:spLocks noGrp="1"/>
          </p:cNvSpPr>
          <p:nvPr>
            <p:ph type="title"/>
          </p:nvPr>
        </p:nvSpPr>
        <p:spPr>
          <a:xfrm>
            <a:off x="320557" y="762002"/>
            <a:ext cx="5294939" cy="1555895"/>
          </a:xfrm>
        </p:spPr>
        <p:txBody>
          <a:bodyPr anchor="t">
            <a:normAutofit/>
          </a:bodyPr>
          <a:lstStyle/>
          <a:p>
            <a:r>
              <a:rPr lang="en-US"/>
              <a:t>Coping Strategies</a:t>
            </a:r>
          </a:p>
        </p:txBody>
      </p:sp>
      <p:sp>
        <p:nvSpPr>
          <p:cNvPr id="4" name="Date Placeholder 3">
            <a:extLst>
              <a:ext uri="{FF2B5EF4-FFF2-40B4-BE49-F238E27FC236}">
                <a16:creationId xmlns:a16="http://schemas.microsoft.com/office/drawing/2014/main" id="{992B74E6-D836-0AFB-7254-A88C8AE560CE}"/>
              </a:ext>
            </a:extLst>
          </p:cNvPr>
          <p:cNvSpPr>
            <a:spLocks noGrp="1"/>
          </p:cNvSpPr>
          <p:nvPr>
            <p:ph type="dt" sz="half" idx="14"/>
          </p:nvPr>
        </p:nvSpPr>
        <p:spPr>
          <a:xfrm>
            <a:off x="6340642" y="207982"/>
            <a:ext cx="1921315" cy="413360"/>
          </a:xfr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9EAD527F-9C49-4481-A18C-80BA2EA99E79}" type="datetime1">
              <a:rPr kumimoji="0" lang="en-US" sz="850" b="1" i="0" u="none" strike="noStrike" kern="1200" cap="all" spc="100" normalizeH="0" baseline="0" noProof="0" smtClean="0">
                <a:ln>
                  <a:noFill/>
                </a:ln>
                <a:solidFill>
                  <a:srgbClr val="171717"/>
                </a:solidFill>
                <a:effectLst/>
                <a:uLnTx/>
                <a:uFillTx/>
                <a:latin typeface="Trade Gothic Next Light"/>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11/14/2025</a:t>
            </a:fld>
            <a:endParaRPr kumimoji="0" lang="en-US" sz="850" b="1" i="0" u="none" strike="noStrike" kern="1200" cap="all" spc="100" normalizeH="0" baseline="0" noProof="0">
              <a:ln>
                <a:noFill/>
              </a:ln>
              <a:solidFill>
                <a:srgbClr val="171717"/>
              </a:solidFill>
              <a:effectLst/>
              <a:uLnTx/>
              <a:uFillTx/>
              <a:latin typeface="Trade Gothic Next Light"/>
              <a:ea typeface="+mn-ea"/>
              <a:cs typeface="+mn-cs"/>
            </a:endParaRPr>
          </a:p>
        </p:txBody>
      </p:sp>
      <p:sp>
        <p:nvSpPr>
          <p:cNvPr id="5" name="Slide Number Placeholder 4">
            <a:extLst>
              <a:ext uri="{FF2B5EF4-FFF2-40B4-BE49-F238E27FC236}">
                <a16:creationId xmlns:a16="http://schemas.microsoft.com/office/drawing/2014/main" id="{E3B70743-F298-56F1-6A73-A3F8806A8250}"/>
              </a:ext>
            </a:extLst>
          </p:cNvPr>
          <p:cNvSpPr>
            <a:spLocks noGrp="1"/>
          </p:cNvSpPr>
          <p:nvPr>
            <p:ph type="sldNum" sz="quarter" idx="16"/>
          </p:nvPr>
        </p:nvSpPr>
        <p:spPr>
          <a:xfrm>
            <a:off x="11288870" y="207982"/>
            <a:ext cx="546447" cy="413360"/>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53D0FD4-819D-4187-8797-C35567B41C78}" type="slidenum">
              <a:rPr kumimoji="0" lang="en-US" sz="850" b="1" i="0" u="none" strike="noStrike" kern="1200" cap="all" spc="0" normalizeH="0" baseline="0" noProof="0" smtClean="0">
                <a:ln>
                  <a:noFill/>
                </a:ln>
                <a:solidFill>
                  <a:srgbClr val="171717"/>
                </a:solidFill>
                <a:effectLst/>
                <a:uLnTx/>
                <a:uFillTx/>
                <a:latin typeface="Trade Gothic Next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US" sz="850" b="1" i="0" u="none" strike="noStrike" kern="1200" cap="all" spc="0" normalizeH="0" baseline="0" noProof="0">
              <a:ln>
                <a:noFill/>
              </a:ln>
              <a:solidFill>
                <a:srgbClr val="171717"/>
              </a:solidFill>
              <a:effectLst/>
              <a:uLnTx/>
              <a:uFillTx/>
              <a:latin typeface="Trade Gothic Next Light"/>
              <a:ea typeface="+mn-ea"/>
              <a:cs typeface="+mn-cs"/>
            </a:endParaRPr>
          </a:p>
        </p:txBody>
      </p:sp>
      <p:pic>
        <p:nvPicPr>
          <p:cNvPr id="8" name="Content Placeholder 7" descr="Successful group of people showing unity.">
            <a:extLst>
              <a:ext uri="{FF2B5EF4-FFF2-40B4-BE49-F238E27FC236}">
                <a16:creationId xmlns:a16="http://schemas.microsoft.com/office/drawing/2014/main" id="{2757F2CF-86D0-4E1D-BD3C-4CDAEC917FB5}"/>
              </a:ext>
            </a:extLst>
          </p:cNvPr>
          <p:cNvPicPr>
            <a:picLocks noGrp="1" noChangeAspect="1"/>
          </p:cNvPicPr>
          <p:nvPr>
            <p:ph type="pic" sz="quarter" idx="13"/>
          </p:nvPr>
        </p:nvPicPr>
        <p:blipFill>
          <a:blip r:embed="rId3"/>
          <a:srcRect l="8042" r="3270"/>
          <a:stretch>
            <a:fillRect/>
          </a:stretch>
        </p:blipFill>
        <p:spPr>
          <a:xfrm>
            <a:off x="20" y="2442689"/>
            <a:ext cx="5875401" cy="4422032"/>
          </a:xfrm>
          <a:prstGeom prst="rect">
            <a:avLst/>
          </a:prstGeom>
          <a:noFill/>
        </p:spPr>
      </p:pic>
      <p:sp>
        <p:nvSpPr>
          <p:cNvPr id="7" name="Content Placeholder 6">
            <a:extLst>
              <a:ext uri="{FF2B5EF4-FFF2-40B4-BE49-F238E27FC236}">
                <a16:creationId xmlns:a16="http://schemas.microsoft.com/office/drawing/2014/main" id="{5FD825BE-C057-ADF6-1D35-36E3B6B46B4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340642" y="762000"/>
            <a:ext cx="5432239" cy="5791200"/>
          </a:xfrm>
        </p:spPr>
        <p:txBody>
          <a:bodyPr>
            <a:normAutofit/>
          </a:bodyPr>
          <a:lstStyle/>
          <a:p>
            <a:pPr marL="0" indent="0">
              <a:spcBef>
                <a:spcPts val="2500"/>
              </a:spcBef>
              <a:buFont typeface="Arial" panose="020B0604020202020204" pitchFamily="34" charset="0"/>
              <a:buNone/>
            </a:pPr>
            <a:r>
              <a:rPr lang="en-US" sz="1400" b="1"/>
              <a:t>Acknowledging Feelings</a:t>
            </a:r>
          </a:p>
          <a:p>
            <a:pPr marL="0" lvl="1" indent="0">
              <a:buFont typeface="Arial" panose="020B0604020202020204" pitchFamily="34" charset="0"/>
              <a:buNone/>
            </a:pPr>
            <a:r>
              <a:rPr lang="en-US" sz="1400"/>
              <a:t>The first step is to acknowledge and accept feelings of imposter syndrome instead of suppressing them.</a:t>
            </a:r>
          </a:p>
          <a:p>
            <a:pPr marL="0" indent="0">
              <a:spcBef>
                <a:spcPts val="2500"/>
              </a:spcBef>
              <a:buFont typeface="Arial" panose="020B0604020202020204" pitchFamily="34" charset="0"/>
              <a:buNone/>
            </a:pPr>
            <a:r>
              <a:rPr lang="en-US" sz="1400" b="1"/>
              <a:t>Seeking Support</a:t>
            </a:r>
          </a:p>
          <a:p>
            <a:pPr marL="0" lvl="1" indent="0">
              <a:buFont typeface="Arial" panose="020B0604020202020204" pitchFamily="34" charset="0"/>
              <a:buNone/>
            </a:pPr>
            <a:r>
              <a:rPr lang="en-US" sz="1400"/>
              <a:t>Talking to mentors, peers, or trusted individuals provides perspective and reassurance.</a:t>
            </a:r>
          </a:p>
          <a:p>
            <a:pPr marL="0" indent="0">
              <a:spcBef>
                <a:spcPts val="2500"/>
              </a:spcBef>
              <a:buFont typeface="Arial" panose="020B0604020202020204" pitchFamily="34" charset="0"/>
              <a:buNone/>
            </a:pPr>
            <a:r>
              <a:rPr lang="en-US" sz="1400" b="1"/>
              <a:t>Celebrating Achievements</a:t>
            </a:r>
          </a:p>
          <a:p>
            <a:pPr marL="0" lvl="1" indent="0">
              <a:buFont typeface="Arial" panose="020B0604020202020204" pitchFamily="34" charset="0"/>
              <a:buNone/>
            </a:pPr>
            <a:r>
              <a:rPr lang="en-US" sz="1400"/>
              <a:t>Recognizing and celebrating small achievements reinforces competence and self-worth.</a:t>
            </a:r>
          </a:p>
          <a:p>
            <a:pPr marL="0" indent="0">
              <a:spcBef>
                <a:spcPts val="2500"/>
              </a:spcBef>
              <a:buFont typeface="Arial" panose="020B0604020202020204" pitchFamily="34" charset="0"/>
              <a:buNone/>
            </a:pPr>
            <a:r>
              <a:rPr lang="en-US" sz="1400" b="1"/>
              <a:t>Practicing Self-Compassion</a:t>
            </a:r>
          </a:p>
          <a:p>
            <a:pPr marL="0" lvl="1" indent="0">
              <a:buFont typeface="Arial" panose="020B0604020202020204" pitchFamily="34" charset="0"/>
              <a:buNone/>
            </a:pPr>
            <a:r>
              <a:rPr lang="en-US" sz="1400"/>
              <a:t>Treating oneself with kindness and understanding fosters a positive self-image.</a:t>
            </a:r>
          </a:p>
        </p:txBody>
      </p:sp>
    </p:spTree>
    <p:extLst>
      <p:ext uri="{BB962C8B-B14F-4D97-AF65-F5344CB8AC3E}">
        <p14:creationId xmlns:p14="http://schemas.microsoft.com/office/powerpoint/2010/main" val="21007803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E2971-E2C1-DA27-CFE3-8278D9C90179}"/>
              </a:ext>
            </a:extLst>
          </p:cNvPr>
          <p:cNvSpPr>
            <a:spLocks noGrp="1"/>
          </p:cNvSpPr>
          <p:nvPr>
            <p:ph type="title"/>
          </p:nvPr>
        </p:nvSpPr>
        <p:spPr>
          <a:xfrm>
            <a:off x="4750308" y="612648"/>
            <a:ext cx="7022592" cy="1033272"/>
          </a:xfrm>
        </p:spPr>
        <p:txBody>
          <a:bodyPr anchor="b">
            <a:normAutofit/>
          </a:bodyPr>
          <a:lstStyle/>
          <a:p>
            <a:r>
              <a:rPr lang="en-US"/>
              <a:t>Tips for Overcoming Imposter Syndrome</a:t>
            </a:r>
          </a:p>
        </p:txBody>
      </p:sp>
      <p:pic>
        <p:nvPicPr>
          <p:cNvPr id="8" name="Content Placeholder 7" descr="Cute child on white background. There is adhesive notes on his face.">
            <a:extLst>
              <a:ext uri="{FF2B5EF4-FFF2-40B4-BE49-F238E27FC236}">
                <a16:creationId xmlns:a16="http://schemas.microsoft.com/office/drawing/2014/main" id="{66C075E9-5A69-4966-9ECC-B430F9EFD4F9}"/>
              </a:ext>
            </a:extLst>
          </p:cNvPr>
          <p:cNvPicPr>
            <a:picLocks noGrp="1" noChangeAspect="1"/>
          </p:cNvPicPr>
          <p:nvPr>
            <p:ph type="pic" sz="quarter" idx="13"/>
          </p:nvPr>
        </p:nvPicPr>
        <p:blipFill>
          <a:blip r:embed="rId3"/>
          <a:srcRect l="12337" r="19576"/>
          <a:stretch>
            <a:fillRect/>
          </a:stretch>
        </p:blipFill>
        <p:spPr>
          <a:xfrm>
            <a:off x="20" y="10"/>
            <a:ext cx="4342564" cy="6857990"/>
          </a:xfrm>
          <a:prstGeom prst="rect">
            <a:avLst/>
          </a:prstGeom>
          <a:noFill/>
        </p:spPr>
      </p:pic>
      <p:sp>
        <p:nvSpPr>
          <p:cNvPr id="4" name="Date Placeholder 3">
            <a:extLst>
              <a:ext uri="{FF2B5EF4-FFF2-40B4-BE49-F238E27FC236}">
                <a16:creationId xmlns:a16="http://schemas.microsoft.com/office/drawing/2014/main" id="{541F9630-F00D-FC80-CE64-F0F43EDD2CDC}"/>
              </a:ext>
            </a:extLst>
          </p:cNvPr>
          <p:cNvSpPr>
            <a:spLocks noGrp="1"/>
          </p:cNvSpPr>
          <p:nvPr>
            <p:ph type="dt" sz="half" idx="14"/>
          </p:nvPr>
        </p:nvSpPr>
        <p:spPr>
          <a:xfrm>
            <a:off x="9582299" y="210312"/>
            <a:ext cx="1679642" cy="413360"/>
          </a:xfr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9EAD527F-9C49-4481-A18C-80BA2EA99E79}" type="datetime1">
              <a:rPr kumimoji="0" lang="en-US" sz="850" b="1" i="0" u="none" strike="noStrike" kern="1200" cap="all" spc="100" normalizeH="0" baseline="0" noProof="0" smtClean="0">
                <a:ln>
                  <a:noFill/>
                </a:ln>
                <a:solidFill>
                  <a:srgbClr val="171717"/>
                </a:solidFill>
                <a:effectLst/>
                <a:uLnTx/>
                <a:uFillTx/>
                <a:latin typeface="Trade Gothic Next Light"/>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11/14/2025</a:t>
            </a:fld>
            <a:endParaRPr kumimoji="0" lang="en-US" sz="850" b="1" i="0" u="none" strike="noStrike" kern="1200" cap="all" spc="100" normalizeH="0" baseline="0" noProof="0">
              <a:ln>
                <a:noFill/>
              </a:ln>
              <a:solidFill>
                <a:srgbClr val="171717"/>
              </a:solidFill>
              <a:effectLst/>
              <a:uLnTx/>
              <a:uFillTx/>
              <a:latin typeface="Trade Gothic Next Light"/>
              <a:ea typeface="+mn-ea"/>
              <a:cs typeface="+mn-cs"/>
            </a:endParaRPr>
          </a:p>
        </p:txBody>
      </p:sp>
      <p:sp>
        <p:nvSpPr>
          <p:cNvPr id="5" name="Slide Number Placeholder 4">
            <a:extLst>
              <a:ext uri="{FF2B5EF4-FFF2-40B4-BE49-F238E27FC236}">
                <a16:creationId xmlns:a16="http://schemas.microsoft.com/office/drawing/2014/main" id="{4E0B28A3-FFF5-AEDC-15D4-B1D702EDE304}"/>
              </a:ext>
            </a:extLst>
          </p:cNvPr>
          <p:cNvSpPr>
            <a:spLocks noGrp="1"/>
          </p:cNvSpPr>
          <p:nvPr>
            <p:ph type="sldNum" sz="quarter" idx="16"/>
          </p:nvPr>
        </p:nvSpPr>
        <p:spPr>
          <a:xfrm>
            <a:off x="11288870" y="207982"/>
            <a:ext cx="546447" cy="413360"/>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53D0FD4-819D-4187-8797-C35567B41C78}" type="slidenum">
              <a:rPr kumimoji="0" lang="en-US" sz="850" b="1" i="0" u="none" strike="noStrike" kern="1200" cap="all" spc="0" normalizeH="0" baseline="0" noProof="0" smtClean="0">
                <a:ln>
                  <a:noFill/>
                </a:ln>
                <a:solidFill>
                  <a:srgbClr val="171717"/>
                </a:solidFill>
                <a:effectLst/>
                <a:uLnTx/>
                <a:uFillTx/>
                <a:latin typeface="Trade Gothic Next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13</a:t>
            </a:fld>
            <a:endParaRPr kumimoji="0" lang="en-US" sz="850" b="1" i="0" u="none" strike="noStrike" kern="1200" cap="all" spc="0" normalizeH="0" baseline="0" noProof="0">
              <a:ln>
                <a:noFill/>
              </a:ln>
              <a:solidFill>
                <a:srgbClr val="171717"/>
              </a:solidFill>
              <a:effectLst/>
              <a:uLnTx/>
              <a:uFillTx/>
              <a:latin typeface="Trade Gothic Next Light"/>
              <a:ea typeface="+mn-ea"/>
              <a:cs typeface="+mn-cs"/>
            </a:endParaRPr>
          </a:p>
        </p:txBody>
      </p:sp>
      <p:sp>
        <p:nvSpPr>
          <p:cNvPr id="7" name="Content Placeholder 6">
            <a:extLst>
              <a:ext uri="{FF2B5EF4-FFF2-40B4-BE49-F238E27FC236}">
                <a16:creationId xmlns:a16="http://schemas.microsoft.com/office/drawing/2014/main" id="{F35E8985-2C89-D174-7B2C-640F7C7D4E9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50307" y="1746503"/>
            <a:ext cx="7022592" cy="4806697"/>
          </a:xfrm>
        </p:spPr>
        <p:txBody>
          <a:bodyPr>
            <a:normAutofit/>
          </a:bodyPr>
          <a:lstStyle/>
          <a:p>
            <a:pPr marL="0" indent="0">
              <a:spcBef>
                <a:spcPts val="2500"/>
              </a:spcBef>
              <a:buFont typeface="Arial" panose="020B0604020202020204" pitchFamily="34" charset="0"/>
              <a:buNone/>
            </a:pPr>
            <a:r>
              <a:rPr lang="en-US" sz="1400" b="1"/>
              <a:t>Track Your Accomplishments</a:t>
            </a:r>
          </a:p>
          <a:p>
            <a:pPr marL="0" lvl="1" indent="0">
              <a:buFont typeface="Arial" panose="020B0604020202020204" pitchFamily="34" charset="0"/>
              <a:buNone/>
            </a:pPr>
            <a:r>
              <a:rPr lang="en-US" sz="1400"/>
              <a:t>Keeping a record of achievements helps remind you of your strengths and progress over time.</a:t>
            </a:r>
          </a:p>
          <a:p>
            <a:pPr marL="0" indent="0">
              <a:spcBef>
                <a:spcPts val="2500"/>
              </a:spcBef>
              <a:buFont typeface="Arial" panose="020B0604020202020204" pitchFamily="34" charset="0"/>
              <a:buNone/>
            </a:pPr>
            <a:r>
              <a:rPr lang="en-US" sz="1400" b="1"/>
              <a:t>Set Realistic Goals</a:t>
            </a:r>
          </a:p>
          <a:p>
            <a:pPr marL="0" lvl="1" indent="0">
              <a:buFont typeface="Arial" panose="020B0604020202020204" pitchFamily="34" charset="0"/>
              <a:buNone/>
            </a:pPr>
            <a:r>
              <a:rPr lang="en-US" sz="1400"/>
              <a:t>Establish achievable goals to manage expectations and reduce the pressure to be perfect.</a:t>
            </a:r>
          </a:p>
          <a:p>
            <a:pPr marL="0" indent="0">
              <a:spcBef>
                <a:spcPts val="2500"/>
              </a:spcBef>
              <a:buFont typeface="Arial" panose="020B0604020202020204" pitchFamily="34" charset="0"/>
              <a:buNone/>
            </a:pPr>
            <a:r>
              <a:rPr lang="en-US" sz="1400" b="1"/>
              <a:t>Avoid Comparisons</a:t>
            </a:r>
          </a:p>
          <a:p>
            <a:pPr marL="0" lvl="1" indent="0">
              <a:buFont typeface="Arial" panose="020B0604020202020204" pitchFamily="34" charset="0"/>
              <a:buNone/>
            </a:pPr>
            <a:r>
              <a:rPr lang="en-US" sz="1400"/>
              <a:t>Focus on your unique journey instead of comparing yourself to others to boost self-confidence.</a:t>
            </a:r>
          </a:p>
          <a:p>
            <a:pPr marL="0" indent="0">
              <a:spcBef>
                <a:spcPts val="2500"/>
              </a:spcBef>
              <a:buFont typeface="Arial" panose="020B0604020202020204" pitchFamily="34" charset="0"/>
              <a:buNone/>
            </a:pPr>
            <a:r>
              <a:rPr lang="en-US" sz="1400" b="1"/>
              <a:t>Seek Professional Support</a:t>
            </a:r>
          </a:p>
          <a:p>
            <a:pPr marL="0" lvl="1" indent="0">
              <a:buFont typeface="Arial" panose="020B0604020202020204" pitchFamily="34" charset="0"/>
              <a:buNone/>
            </a:pPr>
            <a:r>
              <a:rPr lang="en-US" sz="1400"/>
              <a:t>Therapy or counseling can provide valuable insights and support in overcoming imposter syndrome.</a:t>
            </a:r>
          </a:p>
        </p:txBody>
      </p:sp>
    </p:spTree>
    <p:extLst>
      <p:ext uri="{BB962C8B-B14F-4D97-AF65-F5344CB8AC3E}">
        <p14:creationId xmlns:p14="http://schemas.microsoft.com/office/powerpoint/2010/main" val="3025090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73325-4300-E62F-717E-1CF1546B8259}"/>
              </a:ext>
            </a:extLst>
          </p:cNvPr>
          <p:cNvSpPr>
            <a:spLocks noGrp="1"/>
          </p:cNvSpPr>
          <p:nvPr>
            <p:ph type="title"/>
          </p:nvPr>
        </p:nvSpPr>
        <p:spPr>
          <a:xfrm>
            <a:off x="64008" y="1435608"/>
            <a:ext cx="11594592" cy="5559552"/>
          </a:xfrm>
        </p:spPr>
        <p:txBody>
          <a:bodyPr anchor="b">
            <a:normAutofit/>
          </a:bodyPr>
          <a:lstStyle/>
          <a:p>
            <a:r>
              <a:rPr lang="en-US"/>
              <a:t>Conclusion</a:t>
            </a:r>
          </a:p>
        </p:txBody>
      </p:sp>
      <p:sp>
        <p:nvSpPr>
          <p:cNvPr id="6" name="Date Placeholder 5">
            <a:extLst>
              <a:ext uri="{FF2B5EF4-FFF2-40B4-BE49-F238E27FC236}">
                <a16:creationId xmlns:a16="http://schemas.microsoft.com/office/drawing/2014/main" id="{0715989A-B19A-F940-FADF-2F5349C24ADA}"/>
              </a:ext>
            </a:extLst>
          </p:cNvPr>
          <p:cNvSpPr>
            <a:spLocks noGrp="1"/>
          </p:cNvSpPr>
          <p:nvPr>
            <p:ph type="dt" sz="half" idx="10"/>
          </p:nvPr>
        </p:nvSpPr>
        <p:spPr>
          <a:xfrm>
            <a:off x="7680069" y="207982"/>
            <a:ext cx="1921315" cy="413360"/>
          </a:xfr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BBB8170F-0370-4A38-8BF3-83D69476AE62}" type="datetime1">
              <a:rPr kumimoji="0" lang="en-US" sz="850" b="1" i="0" u="none" strike="noStrike" kern="1200" cap="all" spc="100" normalizeH="0" baseline="0" noProof="0" smtClean="0">
                <a:ln>
                  <a:noFill/>
                </a:ln>
                <a:solidFill>
                  <a:srgbClr val="F7F6F3"/>
                </a:solidFill>
                <a:effectLst/>
                <a:uLnTx/>
                <a:uFillTx/>
                <a:latin typeface="Trade Gothic Next Light"/>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11/14/2025</a:t>
            </a:fld>
            <a:endParaRPr kumimoji="0" lang="en-US" sz="850" b="1" i="0" u="none" strike="noStrike" kern="1200" cap="all" spc="100" normalizeH="0" baseline="0" noProof="0">
              <a:ln>
                <a:noFill/>
              </a:ln>
              <a:solidFill>
                <a:srgbClr val="F7F6F3"/>
              </a:solidFill>
              <a:effectLst/>
              <a:uLnTx/>
              <a:uFillTx/>
              <a:latin typeface="Trade Gothic Next Light"/>
              <a:ea typeface="+mn-ea"/>
              <a:cs typeface="+mn-cs"/>
            </a:endParaRPr>
          </a:p>
        </p:txBody>
      </p:sp>
      <p:sp>
        <p:nvSpPr>
          <p:cNvPr id="7" name="Slide Number Placeholder 6">
            <a:extLst>
              <a:ext uri="{FF2B5EF4-FFF2-40B4-BE49-F238E27FC236}">
                <a16:creationId xmlns:a16="http://schemas.microsoft.com/office/drawing/2014/main" id="{C46D676D-A677-0EE6-58EE-96F3EA62DD54}"/>
              </a:ext>
            </a:extLst>
          </p:cNvPr>
          <p:cNvSpPr>
            <a:spLocks noGrp="1"/>
          </p:cNvSpPr>
          <p:nvPr>
            <p:ph type="sldNum" sz="quarter" idx="12"/>
          </p:nvPr>
        </p:nvSpPr>
        <p:spPr>
          <a:xfrm>
            <a:off x="11288870" y="207982"/>
            <a:ext cx="546447" cy="413360"/>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53D0FD4-819D-4187-8797-C35567B41C78}" type="slidenum">
              <a:rPr kumimoji="0" lang="en-US" sz="850" b="1" i="0" u="none" strike="noStrike" kern="1200" cap="all" spc="0" normalizeH="0" baseline="0" noProof="0" smtClean="0">
                <a:ln>
                  <a:noFill/>
                </a:ln>
                <a:solidFill>
                  <a:srgbClr val="F7F6F3"/>
                </a:solidFill>
                <a:effectLst/>
                <a:uLnTx/>
                <a:uFillTx/>
                <a:latin typeface="Trade Gothic Next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14</a:t>
            </a:fld>
            <a:endParaRPr kumimoji="0" lang="en-US" sz="850" b="1" i="0" u="none" strike="noStrike" kern="1200" cap="all" spc="0" normalizeH="0" baseline="0" noProof="0">
              <a:ln>
                <a:noFill/>
              </a:ln>
              <a:solidFill>
                <a:srgbClr val="F7F6F3"/>
              </a:solidFill>
              <a:effectLst/>
              <a:uLnTx/>
              <a:uFillTx/>
              <a:latin typeface="Trade Gothic Next Light"/>
              <a:ea typeface="+mn-ea"/>
              <a:cs typeface="+mn-cs"/>
            </a:endParaRPr>
          </a:p>
        </p:txBody>
      </p:sp>
    </p:spTree>
    <p:extLst>
      <p:ext uri="{BB962C8B-B14F-4D97-AF65-F5344CB8AC3E}">
        <p14:creationId xmlns:p14="http://schemas.microsoft.com/office/powerpoint/2010/main" val="16760950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066F1-8C1B-81BE-949B-111CB6109FFC}"/>
              </a:ext>
            </a:extLst>
          </p:cNvPr>
          <p:cNvSpPr>
            <a:spLocks noGrp="1"/>
          </p:cNvSpPr>
          <p:nvPr>
            <p:ph type="title"/>
          </p:nvPr>
        </p:nvSpPr>
        <p:spPr>
          <a:xfrm>
            <a:off x="7670308" y="853949"/>
            <a:ext cx="4102574" cy="1516070"/>
          </a:xfrm>
        </p:spPr>
        <p:txBody>
          <a:bodyPr anchor="t">
            <a:normAutofit/>
          </a:bodyPr>
          <a:lstStyle/>
          <a:p>
            <a:r>
              <a:rPr lang="en-US"/>
              <a:t>Key Takeaways and Encouragement</a:t>
            </a:r>
          </a:p>
        </p:txBody>
      </p:sp>
      <p:pic>
        <p:nvPicPr>
          <p:cNvPr id="8" name="Content Placeholder 7" descr="Positive and negative thinking, make your choice.">
            <a:extLst>
              <a:ext uri="{FF2B5EF4-FFF2-40B4-BE49-F238E27FC236}">
                <a16:creationId xmlns:a16="http://schemas.microsoft.com/office/drawing/2014/main" id="{C87086AC-D3D2-4ABF-BD8C-A2AB99CB8794}"/>
              </a:ext>
            </a:extLst>
          </p:cNvPr>
          <p:cNvPicPr>
            <a:picLocks noGrp="1" noChangeAspect="1"/>
          </p:cNvPicPr>
          <p:nvPr>
            <p:ph type="pic" sz="quarter" idx="13"/>
          </p:nvPr>
        </p:nvPicPr>
        <p:blipFill>
          <a:blip r:embed="rId3"/>
          <a:srcRect r="39178" b="1"/>
          <a:stretch>
            <a:fillRect/>
          </a:stretch>
        </p:blipFill>
        <p:spPr>
          <a:xfrm>
            <a:off x="1" y="10"/>
            <a:ext cx="7285976" cy="6857990"/>
          </a:xfrm>
          <a:prstGeom prst="rect">
            <a:avLst/>
          </a:prstGeom>
          <a:noFill/>
        </p:spPr>
      </p:pic>
      <p:sp>
        <p:nvSpPr>
          <p:cNvPr id="4" name="Date Placeholder 3">
            <a:extLst>
              <a:ext uri="{FF2B5EF4-FFF2-40B4-BE49-F238E27FC236}">
                <a16:creationId xmlns:a16="http://schemas.microsoft.com/office/drawing/2014/main" id="{9C8152A9-ACA9-0B29-7238-C846878B46B6}"/>
              </a:ext>
            </a:extLst>
          </p:cNvPr>
          <p:cNvSpPr>
            <a:spLocks noGrp="1"/>
          </p:cNvSpPr>
          <p:nvPr>
            <p:ph type="dt" sz="half" idx="10"/>
          </p:nvPr>
        </p:nvSpPr>
        <p:spPr>
          <a:xfrm>
            <a:off x="9930367" y="210312"/>
            <a:ext cx="1216834" cy="411480"/>
          </a:xfr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9EAD527F-9C49-4481-A18C-80BA2EA99E79}" type="datetime1">
              <a:rPr kumimoji="0" lang="en-US" sz="850" b="1" i="0" u="none" strike="noStrike" kern="1200" cap="all" spc="100" normalizeH="0" baseline="0" noProof="0" smtClean="0">
                <a:ln>
                  <a:noFill/>
                </a:ln>
                <a:solidFill>
                  <a:srgbClr val="171717"/>
                </a:solidFill>
                <a:effectLst/>
                <a:uLnTx/>
                <a:uFillTx/>
                <a:latin typeface="Trade Gothic Next Light"/>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11/14/2025</a:t>
            </a:fld>
            <a:endParaRPr kumimoji="0" lang="en-US" sz="850" b="1" i="0" u="none" strike="noStrike" kern="1200" cap="all" spc="100" normalizeH="0" baseline="0" noProof="0">
              <a:ln>
                <a:noFill/>
              </a:ln>
              <a:solidFill>
                <a:srgbClr val="171717"/>
              </a:solidFill>
              <a:effectLst/>
              <a:uLnTx/>
              <a:uFillTx/>
              <a:latin typeface="Trade Gothic Next Light"/>
              <a:ea typeface="+mn-ea"/>
              <a:cs typeface="+mn-cs"/>
            </a:endParaRPr>
          </a:p>
        </p:txBody>
      </p:sp>
      <p:sp>
        <p:nvSpPr>
          <p:cNvPr id="5" name="Slide Number Placeholder 4">
            <a:extLst>
              <a:ext uri="{FF2B5EF4-FFF2-40B4-BE49-F238E27FC236}">
                <a16:creationId xmlns:a16="http://schemas.microsoft.com/office/drawing/2014/main" id="{B9A125DB-B1B2-DF34-A551-DE590983D5B6}"/>
              </a:ext>
            </a:extLst>
          </p:cNvPr>
          <p:cNvSpPr>
            <a:spLocks noGrp="1"/>
          </p:cNvSpPr>
          <p:nvPr>
            <p:ph type="sldNum" sz="quarter" idx="12"/>
          </p:nvPr>
        </p:nvSpPr>
        <p:spPr>
          <a:xfrm>
            <a:off x="11226453" y="210312"/>
            <a:ext cx="679998" cy="413360"/>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53D0FD4-819D-4187-8797-C35567B41C78}" type="slidenum">
              <a:rPr kumimoji="0" lang="en-US" sz="850" b="1" i="0" u="none" strike="noStrike" kern="1200" cap="all" spc="0" normalizeH="0" baseline="0" noProof="0" smtClean="0">
                <a:ln>
                  <a:noFill/>
                </a:ln>
                <a:solidFill>
                  <a:srgbClr val="171717"/>
                </a:solidFill>
                <a:effectLst/>
                <a:uLnTx/>
                <a:uFillTx/>
                <a:latin typeface="Trade Gothic Next Ligh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15</a:t>
            </a:fld>
            <a:endParaRPr kumimoji="0" lang="en-US" sz="850" b="1" i="0" u="none" strike="noStrike" kern="1200" cap="all" spc="0" normalizeH="0" baseline="0" noProof="0">
              <a:ln>
                <a:noFill/>
              </a:ln>
              <a:solidFill>
                <a:srgbClr val="171717"/>
              </a:solidFill>
              <a:effectLst/>
              <a:uLnTx/>
              <a:uFillTx/>
              <a:latin typeface="Trade Gothic Next Light"/>
              <a:ea typeface="+mn-ea"/>
              <a:cs typeface="+mn-cs"/>
            </a:endParaRPr>
          </a:p>
        </p:txBody>
      </p:sp>
      <p:sp>
        <p:nvSpPr>
          <p:cNvPr id="7" name="Content Placeholder 6">
            <a:extLst>
              <a:ext uri="{FF2B5EF4-FFF2-40B4-BE49-F238E27FC236}">
                <a16:creationId xmlns:a16="http://schemas.microsoft.com/office/drawing/2014/main" id="{401B05DA-038B-5203-598A-E1143A6C828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670308" y="2578607"/>
            <a:ext cx="4102585" cy="3950208"/>
          </a:xfrm>
        </p:spPr>
        <p:txBody>
          <a:bodyPr>
            <a:normAutofit/>
          </a:bodyPr>
          <a:lstStyle/>
          <a:p>
            <a:pPr marL="0" indent="0">
              <a:lnSpc>
                <a:spcPct val="110000"/>
              </a:lnSpc>
              <a:spcBef>
                <a:spcPts val="2500"/>
              </a:spcBef>
              <a:buFont typeface="Arial" panose="020B0604020202020204" pitchFamily="34" charset="0"/>
              <a:buNone/>
            </a:pPr>
            <a:r>
              <a:rPr lang="en-US" sz="1400" b="1"/>
              <a:t>Understanding Imposter Syndrome</a:t>
            </a:r>
          </a:p>
          <a:p>
            <a:pPr marL="0" lvl="1" indent="0">
              <a:lnSpc>
                <a:spcPct val="110000"/>
              </a:lnSpc>
              <a:buFont typeface="Arial" panose="020B0604020202020204" pitchFamily="34" charset="0"/>
              <a:buNone/>
            </a:pPr>
            <a:r>
              <a:rPr lang="en-US" sz="1400"/>
              <a:t>Imposter syndrome involves self-doubt and fear of exposure despite evident success. Awareness is the first step to management.</a:t>
            </a:r>
          </a:p>
          <a:p>
            <a:pPr marL="0" indent="0">
              <a:lnSpc>
                <a:spcPct val="110000"/>
              </a:lnSpc>
              <a:spcBef>
                <a:spcPts val="2500"/>
              </a:spcBef>
              <a:buFont typeface="Arial" panose="020B0604020202020204" pitchFamily="34" charset="0"/>
              <a:buNone/>
            </a:pPr>
            <a:r>
              <a:rPr lang="en-US" sz="1400" b="1"/>
              <a:t>Managing and Overcoming</a:t>
            </a:r>
          </a:p>
          <a:p>
            <a:pPr marL="0" lvl="1" indent="0">
              <a:lnSpc>
                <a:spcPct val="110000"/>
              </a:lnSpc>
              <a:buFont typeface="Arial" panose="020B0604020202020204" pitchFamily="34" charset="0"/>
              <a:buNone/>
            </a:pPr>
            <a:r>
              <a:rPr lang="en-US" sz="1400"/>
              <a:t>Using coping strategies and seeking support helps individuals overcome imposter feelings and build a healthier self-image.</a:t>
            </a:r>
          </a:p>
          <a:p>
            <a:pPr marL="0" indent="0">
              <a:lnSpc>
                <a:spcPct val="110000"/>
              </a:lnSpc>
              <a:spcBef>
                <a:spcPts val="2500"/>
              </a:spcBef>
              <a:buFont typeface="Arial" panose="020B0604020202020204" pitchFamily="34" charset="0"/>
              <a:buNone/>
            </a:pPr>
            <a:r>
              <a:rPr lang="en-US" sz="1400" b="1"/>
              <a:t>Empowerment and Growth</a:t>
            </a:r>
          </a:p>
          <a:p>
            <a:pPr marL="0" lvl="1" indent="0">
              <a:lnSpc>
                <a:spcPct val="110000"/>
              </a:lnSpc>
              <a:buFont typeface="Arial" panose="020B0604020202020204" pitchFamily="34" charset="0"/>
              <a:buNone/>
            </a:pPr>
            <a:r>
              <a:rPr lang="en-US" sz="1400"/>
              <a:t>Encouragement and awareness empower people to embrace achievements and pursue personal and professional growth.</a:t>
            </a:r>
          </a:p>
        </p:txBody>
      </p:sp>
    </p:spTree>
    <p:extLst>
      <p:ext uri="{BB962C8B-B14F-4D97-AF65-F5344CB8AC3E}">
        <p14:creationId xmlns:p14="http://schemas.microsoft.com/office/powerpoint/2010/main" val="6166716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F0518-B905-542F-981E-4E1A1648CAC0}"/>
              </a:ext>
            </a:extLst>
          </p:cNvPr>
          <p:cNvSpPr>
            <a:spLocks noGrp="1"/>
          </p:cNvSpPr>
          <p:nvPr>
            <p:ph type="title"/>
          </p:nvPr>
        </p:nvSpPr>
        <p:spPr>
          <a:xfrm>
            <a:off x="6590662" y="4267832"/>
            <a:ext cx="4805996" cy="1297115"/>
          </a:xfrm>
        </p:spPr>
        <p:txBody>
          <a:bodyPr vert="horz" lIns="91440" tIns="45720" rIns="91440" bIns="45720" rtlCol="0" anchor="t">
            <a:normAutofit/>
          </a:bodyPr>
          <a:lstStyle/>
          <a:p>
            <a:pPr algn="l" defTabSz="914400">
              <a:lnSpc>
                <a:spcPct val="90000"/>
              </a:lnSpc>
            </a:pPr>
            <a:r>
              <a:rPr lang="en-US" sz="4000" kern="1200">
                <a:solidFill>
                  <a:schemeClr val="tx2"/>
                </a:solidFill>
                <a:latin typeface="+mj-lt"/>
                <a:ea typeface="+mj-ea"/>
                <a:cs typeface="+mj-cs"/>
              </a:rPr>
              <a:t>Thank You</a:t>
            </a:r>
          </a:p>
        </p:txBody>
      </p:sp>
      <p:pic>
        <p:nvPicPr>
          <p:cNvPr id="6" name="Graphic 5" descr="Smiling Face with No Fill">
            <a:extLst>
              <a:ext uri="{FF2B5EF4-FFF2-40B4-BE49-F238E27FC236}">
                <a16:creationId xmlns:a16="http://schemas.microsoft.com/office/drawing/2014/main" id="{03F745C1-6883-A683-F122-1EEEC1B759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
        <p:nvSpPr>
          <p:cNvPr id="3" name="TextBox 2">
            <a:extLst>
              <a:ext uri="{FF2B5EF4-FFF2-40B4-BE49-F238E27FC236}">
                <a16:creationId xmlns:a16="http://schemas.microsoft.com/office/drawing/2014/main" id="{715243E0-A86B-66B9-B806-5E537AF4B627}"/>
              </a:ext>
            </a:extLst>
          </p:cNvPr>
          <p:cNvSpPr txBox="1"/>
          <p:nvPr/>
        </p:nvSpPr>
        <p:spPr>
          <a:xfrm>
            <a:off x="8051800" y="1293053"/>
            <a:ext cx="3939540" cy="369332"/>
          </a:xfrm>
          <a:prstGeom prst="rect">
            <a:avLst/>
          </a:prstGeom>
          <a:noFill/>
        </p:spPr>
        <p:txBody>
          <a:bodyPr wrap="none" rtlCol="0">
            <a:spAutoFit/>
          </a:bodyPr>
          <a:lstStyle/>
          <a:p>
            <a:r>
              <a:rPr lang="en-IN" dirty="0"/>
              <a:t>Contact </a:t>
            </a:r>
            <a:r>
              <a:rPr lang="en-IN" i="1" dirty="0"/>
              <a:t>Me</a:t>
            </a:r>
            <a:r>
              <a:rPr lang="en-IN" dirty="0"/>
              <a:t>: </a:t>
            </a:r>
            <a:r>
              <a:rPr lang="en-IN" sz="1600" dirty="0"/>
              <a:t>9880.</a:t>
            </a:r>
            <a:r>
              <a:rPr lang="en-IN" i="1" dirty="0"/>
              <a:t>IM</a:t>
            </a:r>
            <a:r>
              <a:rPr lang="en-IN" sz="1600" dirty="0"/>
              <a:t>.0868</a:t>
            </a:r>
            <a:r>
              <a:rPr lang="en-IN" dirty="0"/>
              <a:t>, </a:t>
            </a:r>
            <a:r>
              <a:rPr lang="en-IN" i="1" dirty="0"/>
              <a:t>Dr.</a:t>
            </a:r>
            <a:r>
              <a:rPr lang="en-IN" dirty="0"/>
              <a:t> </a:t>
            </a:r>
            <a:r>
              <a:rPr lang="en-IN" i="1" dirty="0"/>
              <a:t>Iraban</a:t>
            </a:r>
          </a:p>
        </p:txBody>
      </p:sp>
    </p:spTree>
    <p:extLst>
      <p:ext uri="{BB962C8B-B14F-4D97-AF65-F5344CB8AC3E}">
        <p14:creationId xmlns:p14="http://schemas.microsoft.com/office/powerpoint/2010/main" val="3449248874"/>
      </p:ext>
    </p:extLst>
  </p:cSld>
  <p:clrMapOvr>
    <a:masterClrMapping/>
  </p:clrMapOvr>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A923440E-1285-45C1-B66B-8630BD70D041}" vid="{F02A544F-3BB0-402C-9DE1-17A1995AA5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1507</Words>
  <Application>Microsoft Office PowerPoint</Application>
  <PresentationFormat>Widescreen</PresentationFormat>
  <Paragraphs>138</Paragraphs>
  <Slides>16</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ADLaM Display</vt:lpstr>
      <vt:lpstr>Aptos</vt:lpstr>
      <vt:lpstr>Arial</vt:lpstr>
      <vt:lpstr>Calibri</vt:lpstr>
      <vt:lpstr>Haettenschweiler</vt:lpstr>
      <vt:lpstr>Trade Gothic Next Light</vt:lpstr>
      <vt:lpstr>Editorial</vt:lpstr>
      <vt:lpstr>Understanding Imposter Syndrome</vt:lpstr>
      <vt:lpstr>Introduction</vt:lpstr>
      <vt:lpstr>Understanding the Feeling of Being a Fraud</vt:lpstr>
      <vt:lpstr>Core Aspects</vt:lpstr>
      <vt:lpstr>Definition and Characteristics</vt:lpstr>
      <vt:lpstr>Common Causes</vt:lpstr>
      <vt:lpstr>Recognizing</vt:lpstr>
      <vt:lpstr>Symptoms and Indicators</vt:lpstr>
      <vt:lpstr>Impact</vt:lpstr>
      <vt:lpstr>Effects on Mental Health and Performance</vt:lpstr>
      <vt:lpstr>Managing</vt:lpstr>
      <vt:lpstr>Coping Strategies</vt:lpstr>
      <vt:lpstr>Tips for Overcoming Imposter Syndrome</vt:lpstr>
      <vt:lpstr>Conclusion</vt:lpstr>
      <vt:lpstr>Key Takeaways and Encouragement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Master Iraban</dc:creator>
  <cp:lastModifiedBy>Master Iraban</cp:lastModifiedBy>
  <cp:revision>8</cp:revision>
  <dcterms:created xsi:type="dcterms:W3CDTF">2025-11-05T04:18:01Z</dcterms:created>
  <dcterms:modified xsi:type="dcterms:W3CDTF">2025-11-14T09:27:43Z</dcterms:modified>
</cp:coreProperties>
</file>