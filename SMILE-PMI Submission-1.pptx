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61" r:id="rId2"/>
    <p:sldId id="262" r:id="rId3"/>
    <p:sldId id="263" r:id="rId4"/>
    <p:sldId id="266" r:id="rId5"/>
    <p:sldId id="273" r:id="rId6"/>
    <p:sldId id="269" r:id="rId7"/>
    <p:sldId id="258" r:id="rId8"/>
    <p:sldId id="257" r:id="rId9"/>
    <p:sldId id="271" r:id="rId10"/>
    <p:sldId id="274" r:id="rId11"/>
    <p:sldId id="267" r:id="rId12"/>
    <p:sldId id="275" r:id="rId13"/>
    <p:sldId id="276" r:id="rId14"/>
    <p:sldId id="260" r:id="rId15"/>
    <p:sldId id="277" r:id="rId16"/>
    <p:sldId id="27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55AFA2-54E4-48B0-A8EA-DB014E5435BF}">
          <p14:sldIdLst>
            <p14:sldId id="261"/>
            <p14:sldId id="262"/>
            <p14:sldId id="263"/>
            <p14:sldId id="266"/>
            <p14:sldId id="273"/>
            <p14:sldId id="269"/>
            <p14:sldId id="258"/>
            <p14:sldId id="257"/>
            <p14:sldId id="271"/>
            <p14:sldId id="274"/>
            <p14:sldId id="267"/>
            <p14:sldId id="275"/>
            <p14:sldId id="276"/>
            <p14:sldId id="260"/>
            <p14:sldId id="277"/>
            <p14:sldId id="278"/>
          </p14:sldIdLst>
        </p14:section>
        <p14:section name="Backup Slides" id="{20705083-08FB-4B36-B72F-E3FC4078A52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4A69"/>
    <a:srgbClr val="C8E38D"/>
    <a:srgbClr val="E3FB6D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image" Target="../media/image40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image" Target="../media/image40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/>
            <a:t>Mind Your Business</a:t>
          </a:r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</dgm:pt>
  </dgm:ptLst>
  <dgm:cxnLst>
    <dgm:cxn modelId="{AD74BB30-C47B-46E5-8245-1695FD1C102A}" type="presOf" srcId="{FD300100-2E40-443A-8628-0C07DE7CD77D}" destId="{F2CD0926-FE62-4832-AE6D-4CA86DE217AE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FE8994CE-EF57-46B9-B646-C50A0D5A206C}" type="presOf" srcId="{60B1A192-1520-46C5-B8FE-5B12AEA7F11B}" destId="{3DF4593A-8EE0-440D-B8B9-29076FE81A9B}" srcOrd="0" destOrd="0" presId="urn:microsoft.com/office/officeart/2005/8/layout/vList3"/>
    <dgm:cxn modelId="{83F8AC5F-7580-45E4-A690-267E5AC07502}" type="presParOf" srcId="{F2CD0926-FE62-4832-AE6D-4CA86DE217AE}" destId="{18849F14-96B3-4FDA-BF6B-4D5F2C530B21}" srcOrd="0" destOrd="0" presId="urn:microsoft.com/office/officeart/2005/8/layout/vList3"/>
    <dgm:cxn modelId="{6FF42036-4AC3-4CE5-A607-2B74FC6F8336}" type="presParOf" srcId="{18849F14-96B3-4FDA-BF6B-4D5F2C530B21}" destId="{C20EDF00-B419-47DC-9382-8A90F0964164}" srcOrd="0" destOrd="0" presId="urn:microsoft.com/office/officeart/2005/8/layout/vList3"/>
    <dgm:cxn modelId="{DDD7A3AE-3136-4C81-9402-53B04582671B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/>
      <dgm:spPr/>
      <dgm:t>
        <a:bodyPr/>
        <a:lstStyle/>
        <a:p>
          <a:pPr algn="l"/>
          <a:r>
            <a:rPr lang="en-US" dirty="0"/>
            <a:t>Business Sense – Balance Sheet</a:t>
          </a:r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</dgm:pt>
  </dgm:ptLst>
  <dgm:cxnLst>
    <dgm:cxn modelId="{0E1D6C23-37EE-43AD-ADE7-533801B88ABE}" type="presOf" srcId="{FD300100-2E40-443A-8628-0C07DE7CD77D}" destId="{F2CD0926-FE62-4832-AE6D-4CA86DE217AE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FB4A6C4B-4F64-48B6-B386-F5A35E5FA8DB}" type="presOf" srcId="{60B1A192-1520-46C5-B8FE-5B12AEA7F11B}" destId="{3DF4593A-8EE0-440D-B8B9-29076FE81A9B}" srcOrd="0" destOrd="0" presId="urn:microsoft.com/office/officeart/2005/8/layout/vList3"/>
    <dgm:cxn modelId="{1A7BD30F-595B-465D-AC49-EB44F0446674}" type="presParOf" srcId="{F2CD0926-FE62-4832-AE6D-4CA86DE217AE}" destId="{18849F14-96B3-4FDA-BF6B-4D5F2C530B21}" srcOrd="0" destOrd="0" presId="urn:microsoft.com/office/officeart/2005/8/layout/vList3"/>
    <dgm:cxn modelId="{25F83303-FC5E-4733-B135-373C7A7E8632}" type="presParOf" srcId="{18849F14-96B3-4FDA-BF6B-4D5F2C530B21}" destId="{C20EDF00-B419-47DC-9382-8A90F0964164}" srcOrd="0" destOrd="0" presId="urn:microsoft.com/office/officeart/2005/8/layout/vList3"/>
    <dgm:cxn modelId="{F417B466-077D-437D-A7D6-FDC35E7ED226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/>
            <a:t>Business Turbulence - Symptoms</a:t>
          </a:r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</dgm:pt>
  </dgm:ptLst>
  <dgm:cxnLst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D8423C47-807D-4168-A9D6-A2ED6B71A710}" type="presOf" srcId="{60B1A192-1520-46C5-B8FE-5B12AEA7F11B}" destId="{3DF4593A-8EE0-440D-B8B9-29076FE81A9B}" srcOrd="0" destOrd="0" presId="urn:microsoft.com/office/officeart/2005/8/layout/vList3"/>
    <dgm:cxn modelId="{2AC5F6B0-4AC5-427F-8B51-C7E6C5E93F59}" type="presOf" srcId="{FD300100-2E40-443A-8628-0C07DE7CD77D}" destId="{F2CD0926-FE62-4832-AE6D-4CA86DE217AE}" srcOrd="0" destOrd="0" presId="urn:microsoft.com/office/officeart/2005/8/layout/vList3"/>
    <dgm:cxn modelId="{A814EF24-CD25-4B4D-8A47-4998D04CD301}" type="presParOf" srcId="{F2CD0926-FE62-4832-AE6D-4CA86DE217AE}" destId="{18849F14-96B3-4FDA-BF6B-4D5F2C530B21}" srcOrd="0" destOrd="0" presId="urn:microsoft.com/office/officeart/2005/8/layout/vList3"/>
    <dgm:cxn modelId="{C755F919-C3D5-4FA3-B0F8-27F39CB61655}" type="presParOf" srcId="{18849F14-96B3-4FDA-BF6B-4D5F2C530B21}" destId="{C20EDF00-B419-47DC-9382-8A90F0964164}" srcOrd="0" destOrd="0" presId="urn:microsoft.com/office/officeart/2005/8/layout/vList3"/>
    <dgm:cxn modelId="{74DC355D-604F-4FDD-AC35-80A00E5B9924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/>
            <a:t>Project Governance</a:t>
          </a:r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</dgm:pt>
  </dgm:ptLst>
  <dgm:cxnLst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24323B8A-E28A-47EB-A7E6-E96D5C5B1033}" type="presOf" srcId="{FD300100-2E40-443A-8628-0C07DE7CD77D}" destId="{F2CD0926-FE62-4832-AE6D-4CA86DE217AE}" srcOrd="0" destOrd="0" presId="urn:microsoft.com/office/officeart/2005/8/layout/vList3"/>
    <dgm:cxn modelId="{D03011DB-F882-42DC-B909-EAADDA3C7107}" type="presOf" srcId="{60B1A192-1520-46C5-B8FE-5B12AEA7F11B}" destId="{3DF4593A-8EE0-440D-B8B9-29076FE81A9B}" srcOrd="0" destOrd="0" presId="urn:microsoft.com/office/officeart/2005/8/layout/vList3"/>
    <dgm:cxn modelId="{FD8B84AE-6523-494C-92C5-9D3D44DCF480}" type="presParOf" srcId="{F2CD0926-FE62-4832-AE6D-4CA86DE217AE}" destId="{18849F14-96B3-4FDA-BF6B-4D5F2C530B21}" srcOrd="0" destOrd="0" presId="urn:microsoft.com/office/officeart/2005/8/layout/vList3"/>
    <dgm:cxn modelId="{0B0CC4BB-4A60-4BCC-9339-7F9BE369982F}" type="presParOf" srcId="{18849F14-96B3-4FDA-BF6B-4D5F2C530B21}" destId="{C20EDF00-B419-47DC-9382-8A90F0964164}" srcOrd="0" destOrd="0" presId="urn:microsoft.com/office/officeart/2005/8/layout/vList3"/>
    <dgm:cxn modelId="{2069E499-058F-445F-B3D6-6671B61A632C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/>
            <a:t>Best Practices</a:t>
          </a:r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 custLinFactNeighborY="2551">
        <dgm:presLayoutVars>
          <dgm:bulletEnabled val="1"/>
        </dgm:presLayoutVars>
      </dgm:prSet>
      <dgm:spPr/>
    </dgm:pt>
  </dgm:ptLst>
  <dgm:cxnLst>
    <dgm:cxn modelId="{9D329600-BF00-4614-A8FA-A61B1D6B9927}" type="presOf" srcId="{FD300100-2E40-443A-8628-0C07DE7CD77D}" destId="{F2CD0926-FE62-4832-AE6D-4CA86DE217AE}" srcOrd="0" destOrd="0" presId="urn:microsoft.com/office/officeart/2005/8/layout/vList3"/>
    <dgm:cxn modelId="{0B6E0226-7B74-4C8C-84D5-C8C63647173A}" type="presOf" srcId="{60B1A192-1520-46C5-B8FE-5B12AEA7F11B}" destId="{3DF4593A-8EE0-440D-B8B9-29076FE81A9B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E8AE747F-56AE-4C29-9003-D656D53992D2}" type="presParOf" srcId="{F2CD0926-FE62-4832-AE6D-4CA86DE217AE}" destId="{18849F14-96B3-4FDA-BF6B-4D5F2C530B21}" srcOrd="0" destOrd="0" presId="urn:microsoft.com/office/officeart/2005/8/layout/vList3"/>
    <dgm:cxn modelId="{6C7AD9E2-6747-4BE3-990A-9A5622D0F78A}" type="presParOf" srcId="{18849F14-96B3-4FDA-BF6B-4D5F2C530B21}" destId="{C20EDF00-B419-47DC-9382-8A90F0964164}" srcOrd="0" destOrd="0" presId="urn:microsoft.com/office/officeart/2005/8/layout/vList3"/>
    <dgm:cxn modelId="{1202B3AA-6AD1-4640-B931-5C0EAA2C5A77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1C6BC2-7E8E-45F5-84BE-CD374BED56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0A34F38E-E2C9-4FB5-AB62-65C7254E9E9E}">
      <dgm:prSet phldrT="[Text]"/>
      <dgm:spPr/>
      <dgm:t>
        <a:bodyPr/>
        <a:lstStyle/>
        <a:p>
          <a:r>
            <a:rPr lang="en-US" dirty="0">
              <a:solidFill>
                <a:schemeClr val="accent6">
                  <a:lumMod val="75000"/>
                </a:schemeClr>
              </a:solidFill>
            </a:rPr>
            <a:t>Intangible Benefit Spiral</a:t>
          </a:r>
        </a:p>
      </dgm:t>
    </dgm:pt>
    <dgm:pt modelId="{105610FE-C095-46D5-BB22-BEC56D68E337}" type="parTrans" cxnId="{356AA1E3-B261-4581-A8E6-9BCFB04A9D46}">
      <dgm:prSet/>
      <dgm:spPr/>
      <dgm:t>
        <a:bodyPr/>
        <a:lstStyle/>
        <a:p>
          <a:endParaRPr lang="en-US"/>
        </a:p>
      </dgm:t>
    </dgm:pt>
    <dgm:pt modelId="{996BC1B1-952E-46E8-8477-E3F8A1AD210C}" type="sibTrans" cxnId="{356AA1E3-B261-4581-A8E6-9BCFB04A9D46}">
      <dgm:prSet/>
      <dgm:spPr/>
      <dgm:t>
        <a:bodyPr/>
        <a:lstStyle/>
        <a:p>
          <a:endParaRPr lang="en-US"/>
        </a:p>
      </dgm:t>
    </dgm:pt>
    <dgm:pt modelId="{8F236520-E3E7-4363-A559-C402CF554CC4}">
      <dgm:prSet phldrT="[Text]"/>
      <dgm:spPr/>
      <dgm:t>
        <a:bodyPr/>
        <a:lstStyle/>
        <a:p>
          <a:r>
            <a:rPr lang="en-US" dirty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</a:p>
      </dgm:t>
    </dgm:pt>
    <dgm:pt modelId="{D60BE4F1-9213-467F-8981-640E2E2024B1}" type="parTrans" cxnId="{06FDDF71-9EFD-4A97-B3FD-52FB1A9BDD4D}">
      <dgm:prSet/>
      <dgm:spPr/>
      <dgm:t>
        <a:bodyPr/>
        <a:lstStyle/>
        <a:p>
          <a:endParaRPr lang="en-US"/>
        </a:p>
      </dgm:t>
    </dgm:pt>
    <dgm:pt modelId="{2CE2F219-98C5-4599-A40B-AC34B6086F51}" type="sibTrans" cxnId="{06FDDF71-9EFD-4A97-B3FD-52FB1A9BDD4D}">
      <dgm:prSet/>
      <dgm:spPr/>
      <dgm:t>
        <a:bodyPr/>
        <a:lstStyle/>
        <a:p>
          <a:endParaRPr lang="en-US"/>
        </a:p>
      </dgm:t>
    </dgm:pt>
    <dgm:pt modelId="{BFE50FCF-E27C-48D3-B63F-64617014E027}">
      <dgm:prSet phldrT="[Text]"/>
      <dgm:spPr/>
      <dgm:t>
        <a:bodyPr/>
        <a:lstStyle/>
        <a:p>
          <a:r>
            <a:rPr lang="en-US" dirty="0">
              <a:solidFill>
                <a:schemeClr val="accent4">
                  <a:lumMod val="75000"/>
                </a:schemeClr>
              </a:solidFill>
            </a:rPr>
            <a:t>Brand Retention</a:t>
          </a:r>
        </a:p>
      </dgm:t>
    </dgm:pt>
    <dgm:pt modelId="{71483F1D-7FFC-4D43-9D48-933EDB7EF388}" type="parTrans" cxnId="{3CC1BEAC-B42D-4DD4-ACD1-E7737FB2ACF4}">
      <dgm:prSet/>
      <dgm:spPr/>
      <dgm:t>
        <a:bodyPr/>
        <a:lstStyle/>
        <a:p>
          <a:endParaRPr lang="en-US"/>
        </a:p>
      </dgm:t>
    </dgm:pt>
    <dgm:pt modelId="{9B07C989-72FB-4CEC-9E8A-C0DDD00A1C8E}" type="sibTrans" cxnId="{3CC1BEAC-B42D-4DD4-ACD1-E7737FB2ACF4}">
      <dgm:prSet/>
      <dgm:spPr/>
      <dgm:t>
        <a:bodyPr/>
        <a:lstStyle/>
        <a:p>
          <a:endParaRPr lang="en-US"/>
        </a:p>
      </dgm:t>
    </dgm:pt>
    <dgm:pt modelId="{07702062-84BE-4800-AE16-81DC01E575DC}" type="pres">
      <dgm:prSet presAssocID="{781C6BC2-7E8E-45F5-84BE-CD374BED561B}" presName="Name0" presStyleCnt="0">
        <dgm:presLayoutVars>
          <dgm:chMax val="7"/>
          <dgm:chPref val="7"/>
          <dgm:dir/>
        </dgm:presLayoutVars>
      </dgm:prSet>
      <dgm:spPr/>
    </dgm:pt>
    <dgm:pt modelId="{DDAF58B0-4464-437D-9086-AF3D44006117}" type="pres">
      <dgm:prSet presAssocID="{781C6BC2-7E8E-45F5-84BE-CD374BED561B}" presName="Name1" presStyleCnt="0"/>
      <dgm:spPr/>
    </dgm:pt>
    <dgm:pt modelId="{0F4E2AA7-4374-4119-85CA-2B88718AE660}" type="pres">
      <dgm:prSet presAssocID="{781C6BC2-7E8E-45F5-84BE-CD374BED561B}" presName="cycle" presStyleCnt="0"/>
      <dgm:spPr/>
    </dgm:pt>
    <dgm:pt modelId="{BE279EF4-1115-4042-A259-D59D9E032132}" type="pres">
      <dgm:prSet presAssocID="{781C6BC2-7E8E-45F5-84BE-CD374BED561B}" presName="srcNode" presStyleLbl="node1" presStyleIdx="0" presStyleCnt="3"/>
      <dgm:spPr/>
    </dgm:pt>
    <dgm:pt modelId="{7BA43F82-A43A-45AB-80CA-6364CAD17A65}" type="pres">
      <dgm:prSet presAssocID="{781C6BC2-7E8E-45F5-84BE-CD374BED561B}" presName="conn" presStyleLbl="parChTrans1D2" presStyleIdx="0" presStyleCnt="1"/>
      <dgm:spPr/>
    </dgm:pt>
    <dgm:pt modelId="{BD3FBA97-01B1-41D1-BF6A-6CBC45F514B3}" type="pres">
      <dgm:prSet presAssocID="{781C6BC2-7E8E-45F5-84BE-CD374BED561B}" presName="extraNode" presStyleLbl="node1" presStyleIdx="0" presStyleCnt="3"/>
      <dgm:spPr/>
    </dgm:pt>
    <dgm:pt modelId="{C38F856D-278A-4C8A-95E2-99FA7B160BA9}" type="pres">
      <dgm:prSet presAssocID="{781C6BC2-7E8E-45F5-84BE-CD374BED561B}" presName="dstNode" presStyleLbl="node1" presStyleIdx="0" presStyleCnt="3"/>
      <dgm:spPr/>
    </dgm:pt>
    <dgm:pt modelId="{078A49F1-EB03-4523-8D4F-9A9F2F7575AF}" type="pres">
      <dgm:prSet presAssocID="{0A34F38E-E2C9-4FB5-AB62-65C7254E9E9E}" presName="text_1" presStyleLbl="node1" presStyleIdx="0" presStyleCnt="3">
        <dgm:presLayoutVars>
          <dgm:bulletEnabled val="1"/>
        </dgm:presLayoutVars>
      </dgm:prSet>
      <dgm:spPr/>
    </dgm:pt>
    <dgm:pt modelId="{88811FBB-021C-41A8-AFA4-59E9BD705F1E}" type="pres">
      <dgm:prSet presAssocID="{0A34F38E-E2C9-4FB5-AB62-65C7254E9E9E}" presName="accent_1" presStyleCnt="0"/>
      <dgm:spPr/>
    </dgm:pt>
    <dgm:pt modelId="{1DBAF1A9-6DFC-4740-8622-672419719B99}" type="pres">
      <dgm:prSet presAssocID="{0A34F38E-E2C9-4FB5-AB62-65C7254E9E9E}" presName="accentRepeatNode" presStyleLbl="solidFgAcc1" presStyleIdx="0" presStyleCnt="3" custScaleX="117000" custScaleY="11700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44FB2312-45D4-4427-A2DC-AC341FF4E45F}" type="pres">
      <dgm:prSet presAssocID="{8F236520-E3E7-4363-A559-C402CF554CC4}" presName="text_2" presStyleLbl="node1" presStyleIdx="1" presStyleCnt="3">
        <dgm:presLayoutVars>
          <dgm:bulletEnabled val="1"/>
        </dgm:presLayoutVars>
      </dgm:prSet>
      <dgm:spPr/>
    </dgm:pt>
    <dgm:pt modelId="{26A5921B-0075-40A5-BF43-E06D87280F44}" type="pres">
      <dgm:prSet presAssocID="{8F236520-E3E7-4363-A559-C402CF554CC4}" presName="accent_2" presStyleCnt="0"/>
      <dgm:spPr/>
    </dgm:pt>
    <dgm:pt modelId="{1E432F70-6EB9-4288-834C-1E39C4E6D6F3}" type="pres">
      <dgm:prSet presAssocID="{8F236520-E3E7-4363-A559-C402CF554CC4}" presName="accentRepeatNode" presStyleLbl="solidFgAcc1" presStyleIdx="1" presStyleCnt="3" custScaleX="117000" custScaleY="117000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AB23030-47E3-4D1D-A83F-ACAACBBC1E60}" type="pres">
      <dgm:prSet presAssocID="{BFE50FCF-E27C-48D3-B63F-64617014E027}" presName="text_3" presStyleLbl="node1" presStyleIdx="2" presStyleCnt="3">
        <dgm:presLayoutVars>
          <dgm:bulletEnabled val="1"/>
        </dgm:presLayoutVars>
      </dgm:prSet>
      <dgm:spPr/>
    </dgm:pt>
    <dgm:pt modelId="{19C81FBF-0269-43E2-95B2-206EC12E5EF2}" type="pres">
      <dgm:prSet presAssocID="{BFE50FCF-E27C-48D3-B63F-64617014E027}" presName="accent_3" presStyleCnt="0"/>
      <dgm:spPr/>
    </dgm:pt>
    <dgm:pt modelId="{DD638958-B4F1-4D50-884D-E7CDED658371}" type="pres">
      <dgm:prSet presAssocID="{BFE50FCF-E27C-48D3-B63F-64617014E027}" presName="accentRepeatNode" presStyleLbl="solidFgAcc1" presStyleIdx="2" presStyleCnt="3" custScaleX="117000" custScaleY="117000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2A91D861-AD5D-45B7-8340-1C1DE54DC45D}" type="presOf" srcId="{BFE50FCF-E27C-48D3-B63F-64617014E027}" destId="{7AB23030-47E3-4D1D-A83F-ACAACBBC1E60}" srcOrd="0" destOrd="0" presId="urn:microsoft.com/office/officeart/2008/layout/VerticalCurvedList"/>
    <dgm:cxn modelId="{06FDDF71-9EFD-4A97-B3FD-52FB1A9BDD4D}" srcId="{781C6BC2-7E8E-45F5-84BE-CD374BED561B}" destId="{8F236520-E3E7-4363-A559-C402CF554CC4}" srcOrd="1" destOrd="0" parTransId="{D60BE4F1-9213-467F-8981-640E2E2024B1}" sibTransId="{2CE2F219-98C5-4599-A40B-AC34B6086F51}"/>
    <dgm:cxn modelId="{C85A3D7B-24A5-4B18-AE26-0E02640549BA}" type="presOf" srcId="{996BC1B1-952E-46E8-8477-E3F8A1AD210C}" destId="{7BA43F82-A43A-45AB-80CA-6364CAD17A65}" srcOrd="0" destOrd="0" presId="urn:microsoft.com/office/officeart/2008/layout/VerticalCurvedList"/>
    <dgm:cxn modelId="{E1D1E97B-F47A-4F29-9D12-B5EA38503D78}" type="presOf" srcId="{0A34F38E-E2C9-4FB5-AB62-65C7254E9E9E}" destId="{078A49F1-EB03-4523-8D4F-9A9F2F7575AF}" srcOrd="0" destOrd="0" presId="urn:microsoft.com/office/officeart/2008/layout/VerticalCurvedList"/>
    <dgm:cxn modelId="{C1FDCCAB-2346-46D4-A1D8-6B5600CCF2ED}" type="presOf" srcId="{8F236520-E3E7-4363-A559-C402CF554CC4}" destId="{44FB2312-45D4-4427-A2DC-AC341FF4E45F}" srcOrd="0" destOrd="0" presId="urn:microsoft.com/office/officeart/2008/layout/VerticalCurvedList"/>
    <dgm:cxn modelId="{3CC1BEAC-B42D-4DD4-ACD1-E7737FB2ACF4}" srcId="{781C6BC2-7E8E-45F5-84BE-CD374BED561B}" destId="{BFE50FCF-E27C-48D3-B63F-64617014E027}" srcOrd="2" destOrd="0" parTransId="{71483F1D-7FFC-4D43-9D48-933EDB7EF388}" sibTransId="{9B07C989-72FB-4CEC-9E8A-C0DDD00A1C8E}"/>
    <dgm:cxn modelId="{356AA1E3-B261-4581-A8E6-9BCFB04A9D46}" srcId="{781C6BC2-7E8E-45F5-84BE-CD374BED561B}" destId="{0A34F38E-E2C9-4FB5-AB62-65C7254E9E9E}" srcOrd="0" destOrd="0" parTransId="{105610FE-C095-46D5-BB22-BEC56D68E337}" sibTransId="{996BC1B1-952E-46E8-8477-E3F8A1AD210C}"/>
    <dgm:cxn modelId="{FC5C0DFA-7BD2-4F77-B9D5-18DBDF98AAAE}" type="presOf" srcId="{781C6BC2-7E8E-45F5-84BE-CD374BED561B}" destId="{07702062-84BE-4800-AE16-81DC01E575DC}" srcOrd="0" destOrd="0" presId="urn:microsoft.com/office/officeart/2008/layout/VerticalCurvedList"/>
    <dgm:cxn modelId="{AE6B3A94-F714-4AA2-A6DF-2C22414E270B}" type="presParOf" srcId="{07702062-84BE-4800-AE16-81DC01E575DC}" destId="{DDAF58B0-4464-437D-9086-AF3D44006117}" srcOrd="0" destOrd="0" presId="urn:microsoft.com/office/officeart/2008/layout/VerticalCurvedList"/>
    <dgm:cxn modelId="{B6B7E02E-30DC-4FA2-B21F-04C3F3A5C0FA}" type="presParOf" srcId="{DDAF58B0-4464-437D-9086-AF3D44006117}" destId="{0F4E2AA7-4374-4119-85CA-2B88718AE660}" srcOrd="0" destOrd="0" presId="urn:microsoft.com/office/officeart/2008/layout/VerticalCurvedList"/>
    <dgm:cxn modelId="{427722CB-CF42-4BB4-8C25-51BEF5D21617}" type="presParOf" srcId="{0F4E2AA7-4374-4119-85CA-2B88718AE660}" destId="{BE279EF4-1115-4042-A259-D59D9E032132}" srcOrd="0" destOrd="0" presId="urn:microsoft.com/office/officeart/2008/layout/VerticalCurvedList"/>
    <dgm:cxn modelId="{6AA71DD7-9EEB-42A4-AB7A-448344BB88D1}" type="presParOf" srcId="{0F4E2AA7-4374-4119-85CA-2B88718AE660}" destId="{7BA43F82-A43A-45AB-80CA-6364CAD17A65}" srcOrd="1" destOrd="0" presId="urn:microsoft.com/office/officeart/2008/layout/VerticalCurvedList"/>
    <dgm:cxn modelId="{3118E5B3-23C4-4C7D-9432-DBF37E7EF688}" type="presParOf" srcId="{0F4E2AA7-4374-4119-85CA-2B88718AE660}" destId="{BD3FBA97-01B1-41D1-BF6A-6CBC45F514B3}" srcOrd="2" destOrd="0" presId="urn:microsoft.com/office/officeart/2008/layout/VerticalCurvedList"/>
    <dgm:cxn modelId="{9BCA83CA-0753-485F-9A35-D0A96060029F}" type="presParOf" srcId="{0F4E2AA7-4374-4119-85CA-2B88718AE660}" destId="{C38F856D-278A-4C8A-95E2-99FA7B160BA9}" srcOrd="3" destOrd="0" presId="urn:microsoft.com/office/officeart/2008/layout/VerticalCurvedList"/>
    <dgm:cxn modelId="{C262EFE6-F346-4995-892D-4772A67000A5}" type="presParOf" srcId="{DDAF58B0-4464-437D-9086-AF3D44006117}" destId="{078A49F1-EB03-4523-8D4F-9A9F2F7575AF}" srcOrd="1" destOrd="0" presId="urn:microsoft.com/office/officeart/2008/layout/VerticalCurvedList"/>
    <dgm:cxn modelId="{28C95BB6-4CFF-4B2C-B89D-E2BD35BFC4B3}" type="presParOf" srcId="{DDAF58B0-4464-437D-9086-AF3D44006117}" destId="{88811FBB-021C-41A8-AFA4-59E9BD705F1E}" srcOrd="2" destOrd="0" presId="urn:microsoft.com/office/officeart/2008/layout/VerticalCurvedList"/>
    <dgm:cxn modelId="{1B0FBB85-2427-454B-A5B9-ECBE752BA6A9}" type="presParOf" srcId="{88811FBB-021C-41A8-AFA4-59E9BD705F1E}" destId="{1DBAF1A9-6DFC-4740-8622-672419719B99}" srcOrd="0" destOrd="0" presId="urn:microsoft.com/office/officeart/2008/layout/VerticalCurvedList"/>
    <dgm:cxn modelId="{B00C11D2-5760-4642-95EA-EB6099859661}" type="presParOf" srcId="{DDAF58B0-4464-437D-9086-AF3D44006117}" destId="{44FB2312-45D4-4427-A2DC-AC341FF4E45F}" srcOrd="3" destOrd="0" presId="urn:microsoft.com/office/officeart/2008/layout/VerticalCurvedList"/>
    <dgm:cxn modelId="{9B9A08CB-71F9-4D0B-BF80-334A49B31A78}" type="presParOf" srcId="{DDAF58B0-4464-437D-9086-AF3D44006117}" destId="{26A5921B-0075-40A5-BF43-E06D87280F44}" srcOrd="4" destOrd="0" presId="urn:microsoft.com/office/officeart/2008/layout/VerticalCurvedList"/>
    <dgm:cxn modelId="{C9846E69-08FA-4DC5-AF90-C40A28A10974}" type="presParOf" srcId="{26A5921B-0075-40A5-BF43-E06D87280F44}" destId="{1E432F70-6EB9-4288-834C-1E39C4E6D6F3}" srcOrd="0" destOrd="0" presId="urn:microsoft.com/office/officeart/2008/layout/VerticalCurvedList"/>
    <dgm:cxn modelId="{915E51AA-324F-43BE-AD06-EE9175310F88}" type="presParOf" srcId="{DDAF58B0-4464-437D-9086-AF3D44006117}" destId="{7AB23030-47E3-4D1D-A83F-ACAACBBC1E60}" srcOrd="5" destOrd="0" presId="urn:microsoft.com/office/officeart/2008/layout/VerticalCurvedList"/>
    <dgm:cxn modelId="{9EF867E6-D103-4329-9746-C8277201F676}" type="presParOf" srcId="{DDAF58B0-4464-437D-9086-AF3D44006117}" destId="{19C81FBF-0269-43E2-95B2-206EC12E5EF2}" srcOrd="6" destOrd="0" presId="urn:microsoft.com/office/officeart/2008/layout/VerticalCurvedList"/>
    <dgm:cxn modelId="{FF32E1D8-6586-4F8C-AF2B-6778190D2486}" type="presParOf" srcId="{19C81FBF-0269-43E2-95B2-206EC12E5EF2}" destId="{DD638958-B4F1-4D50-884D-E7CDED6583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E1D036-2ABA-48C3-8350-F46BCDC38AB6}" type="doc">
      <dgm:prSet loTypeId="urn:microsoft.com/office/officeart/2005/8/layout/vList4" loCatId="picture" qsTypeId="urn:microsoft.com/office/officeart/2005/8/quickstyle/3d2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0BFD5A54-F765-4250-89CB-924099C2965C}">
      <dgm:prSet phldrT="[Text]"/>
      <dgm:spPr/>
      <dgm:t>
        <a:bodyPr/>
        <a:lstStyle/>
        <a:p>
          <a:r>
            <a:rPr lang="en-US" dirty="0"/>
            <a:t>Stakeholder Satisfaction</a:t>
          </a:r>
        </a:p>
      </dgm:t>
    </dgm:pt>
    <dgm:pt modelId="{4A9E24CB-CCAA-41AC-A450-B966F2520551}" type="parTrans" cxnId="{105805A3-4B01-492C-8341-54B91A68A3F9}">
      <dgm:prSet/>
      <dgm:spPr/>
      <dgm:t>
        <a:bodyPr/>
        <a:lstStyle/>
        <a:p>
          <a:endParaRPr lang="en-US"/>
        </a:p>
      </dgm:t>
    </dgm:pt>
    <dgm:pt modelId="{259BC1B8-3808-4851-AEB3-8CB363DFC5A0}" type="sibTrans" cxnId="{105805A3-4B01-492C-8341-54B91A68A3F9}">
      <dgm:prSet/>
      <dgm:spPr/>
      <dgm:t>
        <a:bodyPr/>
        <a:lstStyle/>
        <a:p>
          <a:endParaRPr lang="en-US"/>
        </a:p>
      </dgm:t>
    </dgm:pt>
    <dgm:pt modelId="{AEB35E55-077F-4E98-8763-95C2AE4C9CC8}">
      <dgm:prSet phldrT="[Text]"/>
      <dgm:spPr/>
      <dgm:t>
        <a:bodyPr/>
        <a:lstStyle/>
        <a:p>
          <a:r>
            <a:rPr lang="en-US"/>
            <a:t>Maintain Profitability</a:t>
          </a:r>
        </a:p>
      </dgm:t>
    </dgm:pt>
    <dgm:pt modelId="{9569663A-704B-4D75-B4D6-BF62D1D42572}" type="parTrans" cxnId="{A1CA44E9-F779-4DAC-AD0C-161D7EEC8916}">
      <dgm:prSet/>
      <dgm:spPr/>
      <dgm:t>
        <a:bodyPr/>
        <a:lstStyle/>
        <a:p>
          <a:endParaRPr lang="en-US"/>
        </a:p>
      </dgm:t>
    </dgm:pt>
    <dgm:pt modelId="{EB601A40-AA7F-4D0B-ABE1-9F626AA6F66A}" type="sibTrans" cxnId="{A1CA44E9-F779-4DAC-AD0C-161D7EEC8916}">
      <dgm:prSet/>
      <dgm:spPr/>
      <dgm:t>
        <a:bodyPr/>
        <a:lstStyle/>
        <a:p>
          <a:endParaRPr lang="en-US"/>
        </a:p>
      </dgm:t>
    </dgm:pt>
    <dgm:pt modelId="{1BB10BD8-632A-4068-8986-DCD80F52F223}">
      <dgm:prSet phldrT="[Text]"/>
      <dgm:spPr/>
      <dgm:t>
        <a:bodyPr/>
        <a:lstStyle/>
        <a:p>
          <a:r>
            <a:rPr lang="en-US"/>
            <a:t>Inculcate Scope Change</a:t>
          </a:r>
        </a:p>
      </dgm:t>
    </dgm:pt>
    <dgm:pt modelId="{53057FAC-D557-4539-BC46-E41DB327D795}" type="parTrans" cxnId="{D688F5DB-57B8-43BD-84AF-79CFC3D7C9DD}">
      <dgm:prSet/>
      <dgm:spPr/>
      <dgm:t>
        <a:bodyPr/>
        <a:lstStyle/>
        <a:p>
          <a:endParaRPr lang="en-US"/>
        </a:p>
      </dgm:t>
    </dgm:pt>
    <dgm:pt modelId="{3BE28D71-D2A0-4230-AB7A-B474DAFFF851}" type="sibTrans" cxnId="{D688F5DB-57B8-43BD-84AF-79CFC3D7C9DD}">
      <dgm:prSet/>
      <dgm:spPr/>
      <dgm:t>
        <a:bodyPr/>
        <a:lstStyle/>
        <a:p>
          <a:endParaRPr lang="en-US"/>
        </a:p>
      </dgm:t>
    </dgm:pt>
    <dgm:pt modelId="{A73B2898-A842-4159-9079-02878F4F6C91}">
      <dgm:prSet phldrT="[Text]"/>
      <dgm:spPr/>
      <dgm:t>
        <a:bodyPr/>
        <a:lstStyle/>
        <a:p>
          <a:r>
            <a:rPr lang="en-US" dirty="0"/>
            <a:t>Lessons Learnt</a:t>
          </a:r>
        </a:p>
      </dgm:t>
    </dgm:pt>
    <dgm:pt modelId="{B1E83C64-BB3C-42EB-9D33-5A7074FD9F64}" type="parTrans" cxnId="{1A4C27A6-621A-469F-8307-7E4F5DCDE736}">
      <dgm:prSet/>
      <dgm:spPr/>
      <dgm:t>
        <a:bodyPr/>
        <a:lstStyle/>
        <a:p>
          <a:endParaRPr lang="en-US"/>
        </a:p>
      </dgm:t>
    </dgm:pt>
    <dgm:pt modelId="{D72A46AE-BCED-4EB3-AE8F-BE57F47367CB}" type="sibTrans" cxnId="{1A4C27A6-621A-469F-8307-7E4F5DCDE736}">
      <dgm:prSet/>
      <dgm:spPr/>
      <dgm:t>
        <a:bodyPr/>
        <a:lstStyle/>
        <a:p>
          <a:endParaRPr lang="en-US"/>
        </a:p>
      </dgm:t>
    </dgm:pt>
    <dgm:pt modelId="{7A9DF4E7-CC76-4A92-B48B-8A2911604655}">
      <dgm:prSet phldrT="[Text]"/>
      <dgm:spPr/>
      <dgm:t>
        <a:bodyPr/>
        <a:lstStyle/>
        <a:p>
          <a:r>
            <a:rPr lang="en-US" dirty="0"/>
            <a:t>Early to Market</a:t>
          </a:r>
        </a:p>
      </dgm:t>
    </dgm:pt>
    <dgm:pt modelId="{72F8805E-9649-4125-BE96-625EE35AB4FE}" type="parTrans" cxnId="{1742C717-F02E-4A9C-9DB2-6CCA703CCAC3}">
      <dgm:prSet/>
      <dgm:spPr/>
      <dgm:t>
        <a:bodyPr/>
        <a:lstStyle/>
        <a:p>
          <a:endParaRPr lang="en-US"/>
        </a:p>
      </dgm:t>
    </dgm:pt>
    <dgm:pt modelId="{4376044F-A32C-431F-A8FA-FE37CD88148E}" type="sibTrans" cxnId="{1742C717-F02E-4A9C-9DB2-6CCA703CCAC3}">
      <dgm:prSet/>
      <dgm:spPr/>
      <dgm:t>
        <a:bodyPr/>
        <a:lstStyle/>
        <a:p>
          <a:endParaRPr lang="en-US"/>
        </a:p>
      </dgm:t>
    </dgm:pt>
    <dgm:pt modelId="{A68B5910-8816-401C-AD0F-1C2F89293915}" type="pres">
      <dgm:prSet presAssocID="{56E1D036-2ABA-48C3-8350-F46BCDC38AB6}" presName="linear" presStyleCnt="0">
        <dgm:presLayoutVars>
          <dgm:dir/>
          <dgm:resizeHandles val="exact"/>
        </dgm:presLayoutVars>
      </dgm:prSet>
      <dgm:spPr/>
    </dgm:pt>
    <dgm:pt modelId="{F309E93D-0C48-478E-BD06-9E3A1E961136}" type="pres">
      <dgm:prSet presAssocID="{0BFD5A54-F765-4250-89CB-924099C2965C}" presName="comp" presStyleCnt="0"/>
      <dgm:spPr/>
    </dgm:pt>
    <dgm:pt modelId="{16CC4F20-3668-4462-A384-04FADA6E5011}" type="pres">
      <dgm:prSet presAssocID="{0BFD5A54-F765-4250-89CB-924099C2965C}" presName="box" presStyleLbl="node1" presStyleIdx="0" presStyleCnt="5"/>
      <dgm:spPr/>
    </dgm:pt>
    <dgm:pt modelId="{95676774-7171-4B57-84B3-0EB9AF5D1AEF}" type="pres">
      <dgm:prSet presAssocID="{0BFD5A54-F765-4250-89CB-924099C2965C}" presName="img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gm:spPr>
    </dgm:pt>
    <dgm:pt modelId="{B390EBC2-9CAC-46C7-B3B1-B8ECB5E1D59F}" type="pres">
      <dgm:prSet presAssocID="{0BFD5A54-F765-4250-89CB-924099C2965C}" presName="text" presStyleLbl="node1" presStyleIdx="0" presStyleCnt="5">
        <dgm:presLayoutVars>
          <dgm:bulletEnabled val="1"/>
        </dgm:presLayoutVars>
      </dgm:prSet>
      <dgm:spPr/>
    </dgm:pt>
    <dgm:pt modelId="{A209A474-3947-42F9-904D-28CEF8A25DFE}" type="pres">
      <dgm:prSet presAssocID="{259BC1B8-3808-4851-AEB3-8CB363DFC5A0}" presName="spacer" presStyleCnt="0"/>
      <dgm:spPr/>
    </dgm:pt>
    <dgm:pt modelId="{8E418E39-7C1D-4B97-BF7D-67FA0F14936B}" type="pres">
      <dgm:prSet presAssocID="{AEB35E55-077F-4E98-8763-95C2AE4C9CC8}" presName="comp" presStyleCnt="0"/>
      <dgm:spPr/>
    </dgm:pt>
    <dgm:pt modelId="{55C30681-D17D-4658-BA75-410F26103127}" type="pres">
      <dgm:prSet presAssocID="{AEB35E55-077F-4E98-8763-95C2AE4C9CC8}" presName="box" presStyleLbl="node1" presStyleIdx="1" presStyleCnt="5"/>
      <dgm:spPr/>
    </dgm:pt>
    <dgm:pt modelId="{DF108608-D170-4A49-AD0C-B501CCD08B98}" type="pres">
      <dgm:prSet presAssocID="{AEB35E55-077F-4E98-8763-95C2AE4C9CC8}" presName="img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4000" b="-24000"/>
          </a:stretch>
        </a:blipFill>
      </dgm:spPr>
    </dgm:pt>
    <dgm:pt modelId="{23BCBAF8-4989-4239-ACA4-4461B31EDE1B}" type="pres">
      <dgm:prSet presAssocID="{AEB35E55-077F-4E98-8763-95C2AE4C9CC8}" presName="text" presStyleLbl="node1" presStyleIdx="1" presStyleCnt="5">
        <dgm:presLayoutVars>
          <dgm:bulletEnabled val="1"/>
        </dgm:presLayoutVars>
      </dgm:prSet>
      <dgm:spPr/>
    </dgm:pt>
    <dgm:pt modelId="{EA7E24E9-BB75-47D7-91BE-12BD6C30FA16}" type="pres">
      <dgm:prSet presAssocID="{EB601A40-AA7F-4D0B-ABE1-9F626AA6F66A}" presName="spacer" presStyleCnt="0"/>
      <dgm:spPr/>
    </dgm:pt>
    <dgm:pt modelId="{2AF5759F-366F-4140-8662-953E6B450FD0}" type="pres">
      <dgm:prSet presAssocID="{1BB10BD8-632A-4068-8986-DCD80F52F223}" presName="comp" presStyleCnt="0"/>
      <dgm:spPr/>
    </dgm:pt>
    <dgm:pt modelId="{3B1019D1-156C-45F9-B5B9-D4EE344A183D}" type="pres">
      <dgm:prSet presAssocID="{1BB10BD8-632A-4068-8986-DCD80F52F223}" presName="box" presStyleLbl="node1" presStyleIdx="2" presStyleCnt="5"/>
      <dgm:spPr/>
    </dgm:pt>
    <dgm:pt modelId="{8E430CDF-F2DB-4AFD-8814-0FD99847D687}" type="pres">
      <dgm:prSet presAssocID="{1BB10BD8-632A-4068-8986-DCD80F52F223}" presName="img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2000" b="-42000"/>
          </a:stretch>
        </a:blipFill>
      </dgm:spPr>
    </dgm:pt>
    <dgm:pt modelId="{2F28BC1A-E161-481C-8E21-1052264E9DDA}" type="pres">
      <dgm:prSet presAssocID="{1BB10BD8-632A-4068-8986-DCD80F52F223}" presName="text" presStyleLbl="node1" presStyleIdx="2" presStyleCnt="5">
        <dgm:presLayoutVars>
          <dgm:bulletEnabled val="1"/>
        </dgm:presLayoutVars>
      </dgm:prSet>
      <dgm:spPr/>
    </dgm:pt>
    <dgm:pt modelId="{B4EA711F-488D-48A3-8415-5D5E9FA84108}" type="pres">
      <dgm:prSet presAssocID="{3BE28D71-D2A0-4230-AB7A-B474DAFFF851}" presName="spacer" presStyleCnt="0"/>
      <dgm:spPr/>
    </dgm:pt>
    <dgm:pt modelId="{BA365B74-424A-4625-A1E0-DF8D817F6ED4}" type="pres">
      <dgm:prSet presAssocID="{A73B2898-A842-4159-9079-02878F4F6C91}" presName="comp" presStyleCnt="0"/>
      <dgm:spPr/>
    </dgm:pt>
    <dgm:pt modelId="{95530CB8-1FF1-4B9E-8703-54F780ADA2D3}" type="pres">
      <dgm:prSet presAssocID="{A73B2898-A842-4159-9079-02878F4F6C91}" presName="box" presStyleLbl="node1" presStyleIdx="3" presStyleCnt="5"/>
      <dgm:spPr/>
    </dgm:pt>
    <dgm:pt modelId="{9FB42E90-FE3B-442D-8795-85F73CD58556}" type="pres">
      <dgm:prSet presAssocID="{A73B2898-A842-4159-9079-02878F4F6C91}" presName="img" presStyleLbl="fg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</dgm:pt>
    <dgm:pt modelId="{BA13DDC2-D663-4127-94E2-CF559ED61720}" type="pres">
      <dgm:prSet presAssocID="{A73B2898-A842-4159-9079-02878F4F6C91}" presName="text" presStyleLbl="node1" presStyleIdx="3" presStyleCnt="5">
        <dgm:presLayoutVars>
          <dgm:bulletEnabled val="1"/>
        </dgm:presLayoutVars>
      </dgm:prSet>
      <dgm:spPr/>
    </dgm:pt>
    <dgm:pt modelId="{7D10C91E-A71B-4059-9E03-9CDA8C603B50}" type="pres">
      <dgm:prSet presAssocID="{D72A46AE-BCED-4EB3-AE8F-BE57F47367CB}" presName="spacer" presStyleCnt="0"/>
      <dgm:spPr/>
    </dgm:pt>
    <dgm:pt modelId="{25F5AF5F-CED5-423A-BB77-AED3BBE5FE85}" type="pres">
      <dgm:prSet presAssocID="{7A9DF4E7-CC76-4A92-B48B-8A2911604655}" presName="comp" presStyleCnt="0"/>
      <dgm:spPr/>
    </dgm:pt>
    <dgm:pt modelId="{5546C4E6-4A78-4459-8BB6-CD1B348A1D98}" type="pres">
      <dgm:prSet presAssocID="{7A9DF4E7-CC76-4A92-B48B-8A2911604655}" presName="box" presStyleLbl="node1" presStyleIdx="4" presStyleCnt="5"/>
      <dgm:spPr/>
    </dgm:pt>
    <dgm:pt modelId="{64D9021F-7225-486B-9301-EFD3EC29EF79}" type="pres">
      <dgm:prSet presAssocID="{7A9DF4E7-CC76-4A92-B48B-8A2911604655}" presName="img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310E8085-870E-4960-BD72-4C6A0E283DE5}" type="pres">
      <dgm:prSet presAssocID="{7A9DF4E7-CC76-4A92-B48B-8A2911604655}" presName="text" presStyleLbl="node1" presStyleIdx="4" presStyleCnt="5">
        <dgm:presLayoutVars>
          <dgm:bulletEnabled val="1"/>
        </dgm:presLayoutVars>
      </dgm:prSet>
      <dgm:spPr/>
    </dgm:pt>
  </dgm:ptLst>
  <dgm:cxnLst>
    <dgm:cxn modelId="{EC66890F-2305-4EF6-8875-50EFB5F69B06}" type="presOf" srcId="{0BFD5A54-F765-4250-89CB-924099C2965C}" destId="{16CC4F20-3668-4462-A384-04FADA6E5011}" srcOrd="0" destOrd="0" presId="urn:microsoft.com/office/officeart/2005/8/layout/vList4"/>
    <dgm:cxn modelId="{FFF84313-DDE8-4742-9D33-5C20E84ABAAA}" type="presOf" srcId="{0BFD5A54-F765-4250-89CB-924099C2965C}" destId="{B390EBC2-9CAC-46C7-B3B1-B8ECB5E1D59F}" srcOrd="1" destOrd="0" presId="urn:microsoft.com/office/officeart/2005/8/layout/vList4"/>
    <dgm:cxn modelId="{1742C717-F02E-4A9C-9DB2-6CCA703CCAC3}" srcId="{56E1D036-2ABA-48C3-8350-F46BCDC38AB6}" destId="{7A9DF4E7-CC76-4A92-B48B-8A2911604655}" srcOrd="4" destOrd="0" parTransId="{72F8805E-9649-4125-BE96-625EE35AB4FE}" sibTransId="{4376044F-A32C-431F-A8FA-FE37CD88148E}"/>
    <dgm:cxn modelId="{062B7B3B-9C1B-4484-8867-6FD0932D122F}" type="presOf" srcId="{1BB10BD8-632A-4068-8986-DCD80F52F223}" destId="{2F28BC1A-E161-481C-8E21-1052264E9DDA}" srcOrd="1" destOrd="0" presId="urn:microsoft.com/office/officeart/2005/8/layout/vList4"/>
    <dgm:cxn modelId="{8AB2F66C-BE78-46CE-9579-8133643EFE95}" type="presOf" srcId="{A73B2898-A842-4159-9079-02878F4F6C91}" destId="{95530CB8-1FF1-4B9E-8703-54F780ADA2D3}" srcOrd="0" destOrd="0" presId="urn:microsoft.com/office/officeart/2005/8/layout/vList4"/>
    <dgm:cxn modelId="{76F26370-2C73-4FC9-9AAC-E6811E5CB88F}" type="presOf" srcId="{AEB35E55-077F-4E98-8763-95C2AE4C9CC8}" destId="{23BCBAF8-4989-4239-ACA4-4461B31EDE1B}" srcOrd="1" destOrd="0" presId="urn:microsoft.com/office/officeart/2005/8/layout/vList4"/>
    <dgm:cxn modelId="{4C2A3185-1738-4C89-9F18-E64FC78B7213}" type="presOf" srcId="{A73B2898-A842-4159-9079-02878F4F6C91}" destId="{BA13DDC2-D663-4127-94E2-CF559ED61720}" srcOrd="1" destOrd="0" presId="urn:microsoft.com/office/officeart/2005/8/layout/vList4"/>
    <dgm:cxn modelId="{36844794-BEA6-4C6B-B37F-09CCCED4812F}" type="presOf" srcId="{7A9DF4E7-CC76-4A92-B48B-8A2911604655}" destId="{310E8085-870E-4960-BD72-4C6A0E283DE5}" srcOrd="1" destOrd="0" presId="urn:microsoft.com/office/officeart/2005/8/layout/vList4"/>
    <dgm:cxn modelId="{105805A3-4B01-492C-8341-54B91A68A3F9}" srcId="{56E1D036-2ABA-48C3-8350-F46BCDC38AB6}" destId="{0BFD5A54-F765-4250-89CB-924099C2965C}" srcOrd="0" destOrd="0" parTransId="{4A9E24CB-CCAA-41AC-A450-B966F2520551}" sibTransId="{259BC1B8-3808-4851-AEB3-8CB363DFC5A0}"/>
    <dgm:cxn modelId="{1A4C27A6-621A-469F-8307-7E4F5DCDE736}" srcId="{56E1D036-2ABA-48C3-8350-F46BCDC38AB6}" destId="{A73B2898-A842-4159-9079-02878F4F6C91}" srcOrd="3" destOrd="0" parTransId="{B1E83C64-BB3C-42EB-9D33-5A7074FD9F64}" sibTransId="{D72A46AE-BCED-4EB3-AE8F-BE57F47367CB}"/>
    <dgm:cxn modelId="{9B3A14C3-1CEE-4260-A159-C51D9B29CAA4}" type="presOf" srcId="{56E1D036-2ABA-48C3-8350-F46BCDC38AB6}" destId="{A68B5910-8816-401C-AD0F-1C2F89293915}" srcOrd="0" destOrd="0" presId="urn:microsoft.com/office/officeart/2005/8/layout/vList4"/>
    <dgm:cxn modelId="{D688F5DB-57B8-43BD-84AF-79CFC3D7C9DD}" srcId="{56E1D036-2ABA-48C3-8350-F46BCDC38AB6}" destId="{1BB10BD8-632A-4068-8986-DCD80F52F223}" srcOrd="2" destOrd="0" parTransId="{53057FAC-D557-4539-BC46-E41DB327D795}" sibTransId="{3BE28D71-D2A0-4230-AB7A-B474DAFFF851}"/>
    <dgm:cxn modelId="{FAAE2ADC-526D-4C4D-B4F8-461BA64C8966}" type="presOf" srcId="{1BB10BD8-632A-4068-8986-DCD80F52F223}" destId="{3B1019D1-156C-45F9-B5B9-D4EE344A183D}" srcOrd="0" destOrd="0" presId="urn:microsoft.com/office/officeart/2005/8/layout/vList4"/>
    <dgm:cxn modelId="{A1CA44E9-F779-4DAC-AD0C-161D7EEC8916}" srcId="{56E1D036-2ABA-48C3-8350-F46BCDC38AB6}" destId="{AEB35E55-077F-4E98-8763-95C2AE4C9CC8}" srcOrd="1" destOrd="0" parTransId="{9569663A-704B-4D75-B4D6-BF62D1D42572}" sibTransId="{EB601A40-AA7F-4D0B-ABE1-9F626AA6F66A}"/>
    <dgm:cxn modelId="{68DC2CF9-858F-4AD6-93F8-58DE96C0B4B7}" type="presOf" srcId="{7A9DF4E7-CC76-4A92-B48B-8A2911604655}" destId="{5546C4E6-4A78-4459-8BB6-CD1B348A1D98}" srcOrd="0" destOrd="0" presId="urn:microsoft.com/office/officeart/2005/8/layout/vList4"/>
    <dgm:cxn modelId="{9EC319FE-AD3D-4691-9886-34DC0EF63DCF}" type="presOf" srcId="{AEB35E55-077F-4E98-8763-95C2AE4C9CC8}" destId="{55C30681-D17D-4658-BA75-410F26103127}" srcOrd="0" destOrd="0" presId="urn:microsoft.com/office/officeart/2005/8/layout/vList4"/>
    <dgm:cxn modelId="{EF5C5AFC-B38F-42CE-A38F-EAC6E4B9E333}" type="presParOf" srcId="{A68B5910-8816-401C-AD0F-1C2F89293915}" destId="{F309E93D-0C48-478E-BD06-9E3A1E961136}" srcOrd="0" destOrd="0" presId="urn:microsoft.com/office/officeart/2005/8/layout/vList4"/>
    <dgm:cxn modelId="{385AC43F-B56D-4CA6-ACC4-CA1B4B96B682}" type="presParOf" srcId="{F309E93D-0C48-478E-BD06-9E3A1E961136}" destId="{16CC4F20-3668-4462-A384-04FADA6E5011}" srcOrd="0" destOrd="0" presId="urn:microsoft.com/office/officeart/2005/8/layout/vList4"/>
    <dgm:cxn modelId="{2CDF76C0-A4E5-4D97-A2F0-2341996F6138}" type="presParOf" srcId="{F309E93D-0C48-478E-BD06-9E3A1E961136}" destId="{95676774-7171-4B57-84B3-0EB9AF5D1AEF}" srcOrd="1" destOrd="0" presId="urn:microsoft.com/office/officeart/2005/8/layout/vList4"/>
    <dgm:cxn modelId="{242B9FE7-729C-48A4-9142-38DECF9D1B19}" type="presParOf" srcId="{F309E93D-0C48-478E-BD06-9E3A1E961136}" destId="{B390EBC2-9CAC-46C7-B3B1-B8ECB5E1D59F}" srcOrd="2" destOrd="0" presId="urn:microsoft.com/office/officeart/2005/8/layout/vList4"/>
    <dgm:cxn modelId="{62B1937E-0182-4A01-B15D-97CBCB265ED8}" type="presParOf" srcId="{A68B5910-8816-401C-AD0F-1C2F89293915}" destId="{A209A474-3947-42F9-904D-28CEF8A25DFE}" srcOrd="1" destOrd="0" presId="urn:microsoft.com/office/officeart/2005/8/layout/vList4"/>
    <dgm:cxn modelId="{28B5570F-BB87-437E-BB7F-8408DD78332C}" type="presParOf" srcId="{A68B5910-8816-401C-AD0F-1C2F89293915}" destId="{8E418E39-7C1D-4B97-BF7D-67FA0F14936B}" srcOrd="2" destOrd="0" presId="urn:microsoft.com/office/officeart/2005/8/layout/vList4"/>
    <dgm:cxn modelId="{F8679A8D-4260-4F30-91F4-4501855EAA35}" type="presParOf" srcId="{8E418E39-7C1D-4B97-BF7D-67FA0F14936B}" destId="{55C30681-D17D-4658-BA75-410F26103127}" srcOrd="0" destOrd="0" presId="urn:microsoft.com/office/officeart/2005/8/layout/vList4"/>
    <dgm:cxn modelId="{A81FDC02-9A79-4A65-A33E-C69AC0213573}" type="presParOf" srcId="{8E418E39-7C1D-4B97-BF7D-67FA0F14936B}" destId="{DF108608-D170-4A49-AD0C-B501CCD08B98}" srcOrd="1" destOrd="0" presId="urn:microsoft.com/office/officeart/2005/8/layout/vList4"/>
    <dgm:cxn modelId="{07A44257-A78E-455E-94AB-535A2B531AA5}" type="presParOf" srcId="{8E418E39-7C1D-4B97-BF7D-67FA0F14936B}" destId="{23BCBAF8-4989-4239-ACA4-4461B31EDE1B}" srcOrd="2" destOrd="0" presId="urn:microsoft.com/office/officeart/2005/8/layout/vList4"/>
    <dgm:cxn modelId="{706A7D38-9A3B-4C28-B557-F4E293A2E103}" type="presParOf" srcId="{A68B5910-8816-401C-AD0F-1C2F89293915}" destId="{EA7E24E9-BB75-47D7-91BE-12BD6C30FA16}" srcOrd="3" destOrd="0" presId="urn:microsoft.com/office/officeart/2005/8/layout/vList4"/>
    <dgm:cxn modelId="{BAF45918-7B94-478C-86DC-57D9BE309341}" type="presParOf" srcId="{A68B5910-8816-401C-AD0F-1C2F89293915}" destId="{2AF5759F-366F-4140-8662-953E6B450FD0}" srcOrd="4" destOrd="0" presId="urn:microsoft.com/office/officeart/2005/8/layout/vList4"/>
    <dgm:cxn modelId="{B6D03CF8-17BB-4ADA-B507-0DB1F79A1667}" type="presParOf" srcId="{2AF5759F-366F-4140-8662-953E6B450FD0}" destId="{3B1019D1-156C-45F9-B5B9-D4EE344A183D}" srcOrd="0" destOrd="0" presId="urn:microsoft.com/office/officeart/2005/8/layout/vList4"/>
    <dgm:cxn modelId="{66D4C564-4831-4C73-909B-F57415D4D80C}" type="presParOf" srcId="{2AF5759F-366F-4140-8662-953E6B450FD0}" destId="{8E430CDF-F2DB-4AFD-8814-0FD99847D687}" srcOrd="1" destOrd="0" presId="urn:microsoft.com/office/officeart/2005/8/layout/vList4"/>
    <dgm:cxn modelId="{77B3A1BF-3B41-4E17-98EC-724E9C729E50}" type="presParOf" srcId="{2AF5759F-366F-4140-8662-953E6B450FD0}" destId="{2F28BC1A-E161-481C-8E21-1052264E9DDA}" srcOrd="2" destOrd="0" presId="urn:microsoft.com/office/officeart/2005/8/layout/vList4"/>
    <dgm:cxn modelId="{D584D8DF-5D96-4BDB-96A1-CB3437F33520}" type="presParOf" srcId="{A68B5910-8816-401C-AD0F-1C2F89293915}" destId="{B4EA711F-488D-48A3-8415-5D5E9FA84108}" srcOrd="5" destOrd="0" presId="urn:microsoft.com/office/officeart/2005/8/layout/vList4"/>
    <dgm:cxn modelId="{140322BB-D7D8-44ED-B4E2-E6D8FAC0C74B}" type="presParOf" srcId="{A68B5910-8816-401C-AD0F-1C2F89293915}" destId="{BA365B74-424A-4625-A1E0-DF8D817F6ED4}" srcOrd="6" destOrd="0" presId="urn:microsoft.com/office/officeart/2005/8/layout/vList4"/>
    <dgm:cxn modelId="{DC022E9C-77BE-4746-BA6E-885E75DBD3A4}" type="presParOf" srcId="{BA365B74-424A-4625-A1E0-DF8D817F6ED4}" destId="{95530CB8-1FF1-4B9E-8703-54F780ADA2D3}" srcOrd="0" destOrd="0" presId="urn:microsoft.com/office/officeart/2005/8/layout/vList4"/>
    <dgm:cxn modelId="{7C1093AD-8CA1-4213-994F-A991C5C35A89}" type="presParOf" srcId="{BA365B74-424A-4625-A1E0-DF8D817F6ED4}" destId="{9FB42E90-FE3B-442D-8795-85F73CD58556}" srcOrd="1" destOrd="0" presId="urn:microsoft.com/office/officeart/2005/8/layout/vList4"/>
    <dgm:cxn modelId="{E5A87C7A-83A4-43A5-B7C7-4229F70D8C39}" type="presParOf" srcId="{BA365B74-424A-4625-A1E0-DF8D817F6ED4}" destId="{BA13DDC2-D663-4127-94E2-CF559ED61720}" srcOrd="2" destOrd="0" presId="urn:microsoft.com/office/officeart/2005/8/layout/vList4"/>
    <dgm:cxn modelId="{2E9C0D07-43C0-4603-B87C-F8B6D735E255}" type="presParOf" srcId="{A68B5910-8816-401C-AD0F-1C2F89293915}" destId="{7D10C91E-A71B-4059-9E03-9CDA8C603B50}" srcOrd="7" destOrd="0" presId="urn:microsoft.com/office/officeart/2005/8/layout/vList4"/>
    <dgm:cxn modelId="{E1F0C066-F1D6-4909-9E61-416BED2BEF0C}" type="presParOf" srcId="{A68B5910-8816-401C-AD0F-1C2F89293915}" destId="{25F5AF5F-CED5-423A-BB77-AED3BBE5FE85}" srcOrd="8" destOrd="0" presId="urn:microsoft.com/office/officeart/2005/8/layout/vList4"/>
    <dgm:cxn modelId="{5BDB2FFC-54D2-4820-A03E-7D5BC159F247}" type="presParOf" srcId="{25F5AF5F-CED5-423A-BB77-AED3BBE5FE85}" destId="{5546C4E6-4A78-4459-8BB6-CD1B348A1D98}" srcOrd="0" destOrd="0" presId="urn:microsoft.com/office/officeart/2005/8/layout/vList4"/>
    <dgm:cxn modelId="{0E277B14-1643-4DF2-B54C-2295A263CA94}" type="presParOf" srcId="{25F5AF5F-CED5-423A-BB77-AED3BBE5FE85}" destId="{64D9021F-7225-486B-9301-EFD3EC29EF79}" srcOrd="1" destOrd="0" presId="urn:microsoft.com/office/officeart/2005/8/layout/vList4"/>
    <dgm:cxn modelId="{EBF6A316-01D2-4B27-8F5A-71DC7ED6610B}" type="presParOf" srcId="{25F5AF5F-CED5-423A-BB77-AED3BBE5FE85}" destId="{310E8085-870E-4960-BD72-4C6A0E283DE5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Mind Your Business</a:t>
          </a:r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102870" rIns="192024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Business Sense – Balance Sheet</a:t>
          </a:r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Business Turbulence - Symptoms</a:t>
          </a:r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Project Governance</a:t>
          </a:r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Best Practices</a:t>
          </a:r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43F82-A43A-45AB-80CA-6364CAD17A65}">
      <dsp:nvSpPr>
        <dsp:cNvPr id="0" name=""/>
        <dsp:cNvSpPr/>
      </dsp:nvSpPr>
      <dsp:spPr>
        <a:xfrm>
          <a:off x="-5233406" y="-809160"/>
          <a:ext cx="6291345" cy="6291345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15875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A49F1-EB03-4523-8D4F-9A9F2F7575AF}">
      <dsp:nvSpPr>
        <dsp:cNvPr id="0" name=""/>
        <dsp:cNvSpPr/>
      </dsp:nvSpPr>
      <dsp:spPr>
        <a:xfrm>
          <a:off x="698266" y="467302"/>
          <a:ext cx="7059296" cy="934605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184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accent6">
                  <a:lumMod val="75000"/>
                </a:schemeClr>
              </a:solidFill>
            </a:rPr>
            <a:t>Intangible Benefit Spiral</a:t>
          </a:r>
        </a:p>
      </dsp:txBody>
      <dsp:txXfrm>
        <a:off x="698266" y="467302"/>
        <a:ext cx="7059296" cy="934605"/>
      </dsp:txXfrm>
    </dsp:sp>
    <dsp:sp modelId="{1DBAF1A9-6DFC-4740-8622-672419719B99}">
      <dsp:nvSpPr>
        <dsp:cNvPr id="0" name=""/>
        <dsp:cNvSpPr/>
      </dsp:nvSpPr>
      <dsp:spPr>
        <a:xfrm>
          <a:off x="14836" y="251175"/>
          <a:ext cx="1366859" cy="136685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B2312-45D4-4427-A2DC-AC341FF4E45F}">
      <dsp:nvSpPr>
        <dsp:cNvPr id="0" name=""/>
        <dsp:cNvSpPr/>
      </dsp:nvSpPr>
      <dsp:spPr>
        <a:xfrm>
          <a:off x="1037995" y="1869210"/>
          <a:ext cx="6719567" cy="934605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184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</a:p>
      </dsp:txBody>
      <dsp:txXfrm>
        <a:off x="1037995" y="1869210"/>
        <a:ext cx="6719567" cy="934605"/>
      </dsp:txXfrm>
    </dsp:sp>
    <dsp:sp modelId="{1E432F70-6EB9-4288-834C-1E39C4E6D6F3}">
      <dsp:nvSpPr>
        <dsp:cNvPr id="0" name=""/>
        <dsp:cNvSpPr/>
      </dsp:nvSpPr>
      <dsp:spPr>
        <a:xfrm>
          <a:off x="354565" y="1653082"/>
          <a:ext cx="1366859" cy="136685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23030-47E3-4D1D-A83F-ACAACBBC1E60}">
      <dsp:nvSpPr>
        <dsp:cNvPr id="0" name=""/>
        <dsp:cNvSpPr/>
      </dsp:nvSpPr>
      <dsp:spPr>
        <a:xfrm>
          <a:off x="698266" y="3271117"/>
          <a:ext cx="7059296" cy="934605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184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accent4">
                  <a:lumMod val="75000"/>
                </a:schemeClr>
              </a:solidFill>
            </a:rPr>
            <a:t>Brand Retention</a:t>
          </a:r>
        </a:p>
      </dsp:txBody>
      <dsp:txXfrm>
        <a:off x="698266" y="3271117"/>
        <a:ext cx="7059296" cy="934605"/>
      </dsp:txXfrm>
    </dsp:sp>
    <dsp:sp modelId="{DD638958-B4F1-4D50-884D-E7CDED658371}">
      <dsp:nvSpPr>
        <dsp:cNvPr id="0" name=""/>
        <dsp:cNvSpPr/>
      </dsp:nvSpPr>
      <dsp:spPr>
        <a:xfrm>
          <a:off x="14836" y="3054990"/>
          <a:ext cx="1366859" cy="136685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C4F20-3668-4462-A384-04FADA6E5011}">
      <dsp:nvSpPr>
        <dsp:cNvPr id="0" name=""/>
        <dsp:cNvSpPr/>
      </dsp:nvSpPr>
      <dsp:spPr>
        <a:xfrm>
          <a:off x="0" y="0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lumMod val="95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Stakeholder Satisfaction</a:t>
          </a:r>
        </a:p>
      </dsp:txBody>
      <dsp:txXfrm>
        <a:off x="1668430" y="0"/>
        <a:ext cx="6180169" cy="987102"/>
      </dsp:txXfrm>
    </dsp:sp>
    <dsp:sp modelId="{95676774-7171-4B57-84B3-0EB9AF5D1AEF}">
      <dsp:nvSpPr>
        <dsp:cNvPr id="0" name=""/>
        <dsp:cNvSpPr/>
      </dsp:nvSpPr>
      <dsp:spPr>
        <a:xfrm>
          <a:off x="98710" y="98710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30681-D17D-4658-BA75-410F26103127}">
      <dsp:nvSpPr>
        <dsp:cNvPr id="0" name=""/>
        <dsp:cNvSpPr/>
      </dsp:nvSpPr>
      <dsp:spPr>
        <a:xfrm>
          <a:off x="0" y="1085812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48850"/>
                <a:satOff val="917"/>
                <a:lumOff val="5751"/>
                <a:alphaOff val="0"/>
                <a:lumMod val="95000"/>
              </a:schemeClr>
            </a:gs>
            <a:gs pos="100000">
              <a:schemeClr val="accent4">
                <a:shade val="80000"/>
                <a:hueOff val="-48850"/>
                <a:satOff val="917"/>
                <a:lumOff val="5751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Maintain Profitability</a:t>
          </a:r>
        </a:p>
      </dsp:txBody>
      <dsp:txXfrm>
        <a:off x="1668430" y="1085812"/>
        <a:ext cx="6180169" cy="987102"/>
      </dsp:txXfrm>
    </dsp:sp>
    <dsp:sp modelId="{DF108608-D170-4A49-AD0C-B501CCD08B98}">
      <dsp:nvSpPr>
        <dsp:cNvPr id="0" name=""/>
        <dsp:cNvSpPr/>
      </dsp:nvSpPr>
      <dsp:spPr>
        <a:xfrm>
          <a:off x="98710" y="1184523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4000" b="-24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019D1-156C-45F9-B5B9-D4EE344A183D}">
      <dsp:nvSpPr>
        <dsp:cNvPr id="0" name=""/>
        <dsp:cNvSpPr/>
      </dsp:nvSpPr>
      <dsp:spPr>
        <a:xfrm>
          <a:off x="0" y="2171625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97701"/>
                <a:satOff val="1834"/>
                <a:lumOff val="11502"/>
                <a:alphaOff val="0"/>
                <a:lumMod val="95000"/>
              </a:schemeClr>
            </a:gs>
            <a:gs pos="100000">
              <a:schemeClr val="accent4">
                <a:shade val="80000"/>
                <a:hueOff val="-97701"/>
                <a:satOff val="1834"/>
                <a:lumOff val="11502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Inculcate Scope Change</a:t>
          </a:r>
        </a:p>
      </dsp:txBody>
      <dsp:txXfrm>
        <a:off x="1668430" y="2171625"/>
        <a:ext cx="6180169" cy="987102"/>
      </dsp:txXfrm>
    </dsp:sp>
    <dsp:sp modelId="{8E430CDF-F2DB-4AFD-8814-0FD99847D687}">
      <dsp:nvSpPr>
        <dsp:cNvPr id="0" name=""/>
        <dsp:cNvSpPr/>
      </dsp:nvSpPr>
      <dsp:spPr>
        <a:xfrm>
          <a:off x="98710" y="2270335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2000" b="-4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30CB8-1FF1-4B9E-8703-54F780ADA2D3}">
      <dsp:nvSpPr>
        <dsp:cNvPr id="0" name=""/>
        <dsp:cNvSpPr/>
      </dsp:nvSpPr>
      <dsp:spPr>
        <a:xfrm>
          <a:off x="0" y="3257438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146551"/>
                <a:satOff val="2751"/>
                <a:lumOff val="17253"/>
                <a:alphaOff val="0"/>
                <a:lumMod val="95000"/>
              </a:schemeClr>
            </a:gs>
            <a:gs pos="100000">
              <a:schemeClr val="accent4">
                <a:shade val="80000"/>
                <a:hueOff val="-146551"/>
                <a:satOff val="2751"/>
                <a:lumOff val="17253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Lessons Learnt</a:t>
          </a:r>
        </a:p>
      </dsp:txBody>
      <dsp:txXfrm>
        <a:off x="1668430" y="3257438"/>
        <a:ext cx="6180169" cy="987102"/>
      </dsp:txXfrm>
    </dsp:sp>
    <dsp:sp modelId="{9FB42E90-FE3B-442D-8795-85F73CD58556}">
      <dsp:nvSpPr>
        <dsp:cNvPr id="0" name=""/>
        <dsp:cNvSpPr/>
      </dsp:nvSpPr>
      <dsp:spPr>
        <a:xfrm>
          <a:off x="98710" y="3356148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6C4E6-4A78-4459-8BB6-CD1B348A1D98}">
      <dsp:nvSpPr>
        <dsp:cNvPr id="0" name=""/>
        <dsp:cNvSpPr/>
      </dsp:nvSpPr>
      <dsp:spPr>
        <a:xfrm>
          <a:off x="0" y="4343251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195401"/>
                <a:satOff val="3668"/>
                <a:lumOff val="23004"/>
                <a:alphaOff val="0"/>
                <a:lumMod val="95000"/>
              </a:schemeClr>
            </a:gs>
            <a:gs pos="100000">
              <a:schemeClr val="accent4">
                <a:shade val="80000"/>
                <a:hueOff val="-195401"/>
                <a:satOff val="3668"/>
                <a:lumOff val="23004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Early to Market</a:t>
          </a:r>
        </a:p>
      </dsp:txBody>
      <dsp:txXfrm>
        <a:off x="1668430" y="4343251"/>
        <a:ext cx="6180169" cy="987102"/>
      </dsp:txXfrm>
    </dsp:sp>
    <dsp:sp modelId="{64D9021F-7225-486B-9301-EFD3EC29EF79}">
      <dsp:nvSpPr>
        <dsp:cNvPr id="0" name=""/>
        <dsp:cNvSpPr/>
      </dsp:nvSpPr>
      <dsp:spPr>
        <a:xfrm>
          <a:off x="98710" y="4441961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FEFDD-9BA8-4C90-AC99-33768D082B2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CCB2-5A55-4EA0-AB56-322729F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3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60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 Breakers</a:t>
            </a:r>
          </a:p>
          <a:p>
            <a:r>
              <a:rPr lang="en-US" dirty="0"/>
              <a:t>SMILE - Sweet Memories In Lip 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24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90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83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3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11AB77-CFDC-47D6-B180-19761F4A59F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26" Type="http://schemas.openxmlformats.org/officeDocument/2006/relationships/diagramLayout" Target="../diagrams/layout5.xml"/><Relationship Id="rId3" Type="http://schemas.openxmlformats.org/officeDocument/2006/relationships/image" Target="../media/image3.jpeg"/><Relationship Id="rId21" Type="http://schemas.openxmlformats.org/officeDocument/2006/relationships/diagramLayout" Target="../diagrams/layout4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5" Type="http://schemas.openxmlformats.org/officeDocument/2006/relationships/diagramData" Target="../diagrams/data5.xml"/><Relationship Id="rId2" Type="http://schemas.openxmlformats.org/officeDocument/2006/relationships/notesSlide" Target="../notesSlides/notesSlide2.xml"/><Relationship Id="rId16" Type="http://schemas.openxmlformats.org/officeDocument/2006/relationships/diagramLayout" Target="../diagrams/layout3.xml"/><Relationship Id="rId20" Type="http://schemas.openxmlformats.org/officeDocument/2006/relationships/diagramData" Target="../diagrams/data4.xml"/><Relationship Id="rId29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24" Type="http://schemas.microsoft.com/office/2007/relationships/diagramDrawing" Target="../diagrams/drawing4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23" Type="http://schemas.openxmlformats.org/officeDocument/2006/relationships/diagramColors" Target="../diagrams/colors4.xml"/><Relationship Id="rId28" Type="http://schemas.openxmlformats.org/officeDocument/2006/relationships/diagramColors" Target="../diagrams/colors5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microsoft.com/office/2007/relationships/hdphoto" Target="../media/hdphoto3.wdp"/><Relationship Id="rId9" Type="http://schemas.microsoft.com/office/2007/relationships/diagramDrawing" Target="../diagrams/drawing1.xml"/><Relationship Id="rId14" Type="http://schemas.microsoft.com/office/2007/relationships/diagramDrawing" Target="../diagrams/drawing2.xml"/><Relationship Id="rId22" Type="http://schemas.openxmlformats.org/officeDocument/2006/relationships/diagramQuickStyle" Target="../diagrams/quickStyle4.xml"/><Relationship Id="rId27" Type="http://schemas.openxmlformats.org/officeDocument/2006/relationships/diagramQuickStyle" Target="../diagrams/quickStyl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microsoft.com/office/2007/relationships/hdphoto" Target="../media/hdphoto5.wdp"/><Relationship Id="rId9" Type="http://schemas.microsoft.com/office/2007/relationships/diagramDrawing" Target="../diagrams/drawing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microsoft.com/office/2007/relationships/hdphoto" Target="../media/hdphoto8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microsoft.com/office/2007/relationships/hdphoto" Target="../media/hdphoto14.wdp"/><Relationship Id="rId7" Type="http://schemas.openxmlformats.org/officeDocument/2006/relationships/diagramColors" Target="../diagrams/colors7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  <a14:imgEffect>
                      <a14:brightnessContrast bright="83000" contrast="-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5" y="7374"/>
            <a:ext cx="9126795" cy="68506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33600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SMILE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352800" y="3733800"/>
            <a:ext cx="5070987" cy="533400"/>
          </a:xfrm>
        </p:spPr>
        <p:txBody>
          <a:bodyPr/>
          <a:lstStyle/>
          <a:p>
            <a:pPr marL="45720" indent="0">
              <a:buNone/>
            </a:pPr>
            <a:r>
              <a:rPr lang="en-US" dirty="0">
                <a:sym typeface="Wingdings" pitchFamily="2" charset="2"/>
              </a:rPr>
              <a:t> </a:t>
            </a:r>
            <a:r>
              <a:rPr lang="en-US" dirty="0"/>
              <a:t>Smart Measures In Live Engagement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81000"/>
            <a:ext cx="8382000" cy="807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dirty="0"/>
              <a:t>“Architecting Project Management for Business Transformation”</a:t>
            </a:r>
          </a:p>
        </p:txBody>
      </p:sp>
    </p:spTree>
    <p:extLst>
      <p:ext uri="{BB962C8B-B14F-4D97-AF65-F5344CB8AC3E}">
        <p14:creationId xmlns:p14="http://schemas.microsoft.com/office/powerpoint/2010/main" val="2541978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" y="2458"/>
            <a:ext cx="9112046" cy="6879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8" y="0"/>
            <a:ext cx="6512511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4000" dirty="0"/>
              <a:t>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990600"/>
            <a:ext cx="8305800" cy="5334000"/>
          </a:xfrm>
        </p:spPr>
        <p:txBody>
          <a:bodyPr/>
          <a:lstStyle/>
          <a:p>
            <a:pPr marL="58738" indent="0">
              <a:buNone/>
            </a:pPr>
            <a:r>
              <a:rPr lang="en-US" dirty="0"/>
              <a:t>For convenience of each of us, lets practice and adhere to followings during the session</a:t>
            </a:r>
          </a:p>
          <a:p>
            <a:pPr marL="58738" indent="0">
              <a:buNone/>
            </a:pPr>
            <a:endParaRPr lang="en-US" dirty="0"/>
          </a:p>
          <a:p>
            <a:pPr marL="398463" indent="-339725">
              <a:buFont typeface="Wingdings" pitchFamily="2" charset="2"/>
              <a:buChar char=""/>
            </a:pPr>
            <a:r>
              <a:rPr lang="en-US" dirty="0"/>
              <a:t>Keep the mobile in silent mode</a:t>
            </a:r>
          </a:p>
          <a:p>
            <a:pPr marL="718503" lvl="1" indent="-339725">
              <a:buFont typeface="Wingdings" pitchFamily="2" charset="2"/>
              <a:buChar char=""/>
            </a:pPr>
            <a:r>
              <a:rPr lang="en-US" dirty="0"/>
              <a:t>In case of emergency, use the corridor to receive the call</a:t>
            </a:r>
          </a:p>
          <a:p>
            <a:pPr marL="398463" indent="-339725">
              <a:buFont typeface="Wingdings" pitchFamily="2" charset="2"/>
              <a:buChar char=""/>
            </a:pPr>
            <a:r>
              <a:rPr lang="en-US" dirty="0"/>
              <a:t>Park the question to end of session</a:t>
            </a:r>
          </a:p>
          <a:p>
            <a:pPr marL="718503" lvl="1" indent="-339725">
              <a:buFont typeface="Wingdings" pitchFamily="2" charset="2"/>
              <a:buChar char=""/>
            </a:pPr>
            <a:r>
              <a:rPr lang="en-US" dirty="0"/>
              <a:t>Feel free to utilize Q&amp;A session</a:t>
            </a:r>
          </a:p>
          <a:p>
            <a:pPr marL="398463" indent="-339725">
              <a:buFont typeface="Wingdings" pitchFamily="2" charset="2"/>
              <a:buChar char=""/>
            </a:pPr>
            <a:r>
              <a:rPr lang="en-US" dirty="0"/>
              <a:t>Use the break time for additional queries</a:t>
            </a:r>
          </a:p>
          <a:p>
            <a:pPr marL="718503" lvl="1" indent="-339725">
              <a:buFont typeface="Wingdings" pitchFamily="2" charset="2"/>
              <a:buChar char=""/>
            </a:pPr>
            <a:r>
              <a:rPr lang="en-US" dirty="0"/>
              <a:t>Mail us for any further clarification</a:t>
            </a:r>
          </a:p>
          <a:p>
            <a:pPr marL="398463" indent="-339725">
              <a:buFont typeface="Wingdings" pitchFamily="2" charset="2"/>
              <a:buChar char=""/>
            </a:pPr>
            <a:endParaRPr lang="en-US" dirty="0"/>
          </a:p>
          <a:p>
            <a:pPr marL="398463" indent="-339725">
              <a:buFont typeface="Wingdings" pitchFamily="2" charset="2"/>
              <a:buChar char="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16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9220200" cy="6858000"/>
          </a:xfrm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84558075"/>
              </p:ext>
            </p:extLst>
          </p:nvPr>
        </p:nvGraphicFramePr>
        <p:xfrm>
          <a:off x="533400" y="117004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024031899"/>
              </p:ext>
            </p:extLst>
          </p:nvPr>
        </p:nvGraphicFramePr>
        <p:xfrm>
          <a:off x="533400" y="215388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57931716"/>
              </p:ext>
            </p:extLst>
          </p:nvPr>
        </p:nvGraphicFramePr>
        <p:xfrm>
          <a:off x="533400" y="313772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611739023"/>
              </p:ext>
            </p:extLst>
          </p:nvPr>
        </p:nvGraphicFramePr>
        <p:xfrm>
          <a:off x="533400" y="412156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95715519"/>
              </p:ext>
            </p:extLst>
          </p:nvPr>
        </p:nvGraphicFramePr>
        <p:xfrm>
          <a:off x="533400" y="5105400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</p:spTree>
    <p:extLst>
      <p:ext uri="{BB962C8B-B14F-4D97-AF65-F5344CB8AC3E}">
        <p14:creationId xmlns:p14="http://schemas.microsoft.com/office/powerpoint/2010/main" val="229759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95000"/>
                    </a14:imgEffect>
                    <a14:imgEffect>
                      <a14:brightnessContrast bright="40000" contras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3" y="0"/>
            <a:ext cx="9144000" cy="6858000"/>
          </a:xfrm>
        </p:spPr>
      </p:pic>
      <p:sp>
        <p:nvSpPr>
          <p:cNvPr id="6" name="TextBox 5"/>
          <p:cNvSpPr txBox="1"/>
          <p:nvPr/>
        </p:nvSpPr>
        <p:spPr>
          <a:xfrm>
            <a:off x="304800" y="76200"/>
            <a:ext cx="868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Project Managers do all that required to control the project execution</a:t>
            </a:r>
          </a:p>
          <a:p>
            <a:endParaRPr lang="en-US" sz="2000" dirty="0"/>
          </a:p>
          <a:p>
            <a:r>
              <a:rPr lang="en-US" sz="2000" dirty="0"/>
              <a:t>However </a:t>
            </a:r>
            <a:r>
              <a:rPr lang="en-US" sz="2000" b="1" dirty="0"/>
              <a:t>SMILE</a:t>
            </a:r>
            <a:r>
              <a:rPr lang="en-US" sz="2000" dirty="0"/>
              <a:t> is a practiced tool, giving results to business benefits.</a:t>
            </a:r>
          </a:p>
          <a:p>
            <a:endParaRPr lang="en-US" sz="2000" dirty="0"/>
          </a:p>
          <a:p>
            <a:r>
              <a:rPr lang="en-US" sz="2000" dirty="0"/>
              <a:t>A Successful Manager need to ensure a business continuity from the same Investors, by delivering stakeholder delight as an intangible benefit along Project deliverables.</a:t>
            </a:r>
          </a:p>
          <a:p>
            <a:endParaRPr lang="en-US" sz="2000" dirty="0"/>
          </a:p>
          <a:p>
            <a:r>
              <a:rPr lang="en-US" sz="2000" dirty="0"/>
              <a:t>In order to have the business continuity, the project manager can practice SMILE during the project execution which helps in passing the </a:t>
            </a:r>
          </a:p>
          <a:p>
            <a:r>
              <a:rPr lang="en-US" sz="2000" dirty="0"/>
              <a:t>benefit to investors.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77" y="3439180"/>
            <a:ext cx="4290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/>
              <a:t>S: Stakeholder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124980"/>
            <a:ext cx="3923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/>
              <a:t>M: Maintain Profitability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110" y="4800600"/>
            <a:ext cx="4144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/>
              <a:t>I: Inculcate Scope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800" y="5506730"/>
            <a:ext cx="3189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/>
              <a:t>L: Lessons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6211091"/>
            <a:ext cx="3068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/>
              <a:t>E: Early to Market</a:t>
            </a:r>
          </a:p>
        </p:txBody>
      </p:sp>
    </p:spTree>
    <p:extLst>
      <p:ext uri="{BB962C8B-B14F-4D97-AF65-F5344CB8AC3E}">
        <p14:creationId xmlns:p14="http://schemas.microsoft.com/office/powerpoint/2010/main" val="394409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5300"/>
                    </a14:imgEffect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3" y="0"/>
            <a:ext cx="912187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8200" cy="11430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>
                <a:latin typeface="Chiller" pitchFamily="82" charset="0"/>
              </a:rPr>
              <a:t>… it’s all about the OOMPH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799" y="1066800"/>
            <a:ext cx="8565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3200" dirty="0"/>
              <a:t>Hidden Expectation In Project Management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25828846"/>
              </p:ext>
            </p:extLst>
          </p:nvPr>
        </p:nvGraphicFramePr>
        <p:xfrm>
          <a:off x="533400" y="1651575"/>
          <a:ext cx="7772400" cy="4673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187101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" y="22123"/>
            <a:ext cx="9124336" cy="68503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-22123"/>
            <a:ext cx="7315200" cy="11430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>
                <a:latin typeface="Copperplate Gothic Light" pitchFamily="34" charset="0"/>
              </a:rPr>
              <a:t>Managing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1066800"/>
            <a:ext cx="8927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3200" dirty="0"/>
              <a:t>Managers need to manage multiple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981200"/>
            <a:ext cx="3108960" cy="731520"/>
          </a:xfrm>
          <a:prstGeom prst="roundRect">
            <a:avLst/>
          </a:prstGeom>
          <a:pattFill prst="pct5">
            <a:fgClr>
              <a:srgbClr val="FFC00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Contractor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3581400"/>
            <a:ext cx="3108960" cy="731520"/>
          </a:xfrm>
          <a:prstGeom prst="roundRect">
            <a:avLst/>
          </a:prstGeom>
          <a:pattFill prst="sm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Resource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400" y="3581400"/>
            <a:ext cx="3108960" cy="731520"/>
          </a:xfrm>
          <a:prstGeom prst="round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Technical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9460" y="1981200"/>
            <a:ext cx="2560320" cy="731520"/>
          </a:xfrm>
          <a:prstGeom prst="roundRect">
            <a:avLst/>
          </a:prstGeom>
          <a:pattFill prst="smConfetti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Stakeholder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400" y="5181600"/>
            <a:ext cx="3108960" cy="731520"/>
          </a:xfrm>
          <a:prstGeom prst="roundRect">
            <a:avLst/>
          </a:prstGeom>
          <a:pattFill prst="pct5">
            <a:fgClr>
              <a:schemeClr val="accent3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People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" y="1981200"/>
            <a:ext cx="3108960" cy="731520"/>
          </a:xfrm>
          <a:prstGeom prst="roundRect">
            <a:avLst/>
          </a:prstGeom>
          <a:pattFill prst="smConfetti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Functional Manager</a:t>
            </a:r>
          </a:p>
        </p:txBody>
      </p:sp>
      <p:sp>
        <p:nvSpPr>
          <p:cNvPr id="14" name="Oval 13"/>
          <p:cNvSpPr/>
          <p:nvPr/>
        </p:nvSpPr>
        <p:spPr>
          <a:xfrm>
            <a:off x="3482340" y="3320845"/>
            <a:ext cx="2194560" cy="1280160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Project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5181600"/>
            <a:ext cx="3108960" cy="731520"/>
          </a:xfrm>
          <a:prstGeom prst="roundRect">
            <a:avLst/>
          </a:prstGeom>
          <a:pattFill prst="openDmnd">
            <a:fgClr>
              <a:srgbClr val="CC4A69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Finance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9460" y="5181600"/>
            <a:ext cx="2560320" cy="731520"/>
          </a:xfrm>
          <a:prstGeom prst="round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Supervisor</a:t>
            </a:r>
          </a:p>
        </p:txBody>
      </p:sp>
      <p:cxnSp>
        <p:nvCxnSpPr>
          <p:cNvPr id="17" name="Curved Connector 16"/>
          <p:cNvCxnSpPr>
            <a:stCxn id="13" idx="2"/>
            <a:endCxn id="14" idx="1"/>
          </p:cNvCxnSpPr>
          <p:nvPr/>
        </p:nvCxnSpPr>
        <p:spPr>
          <a:xfrm rot="16200000" flipH="1">
            <a:off x="2357503" y="2062097"/>
            <a:ext cx="79560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2"/>
            <a:endCxn id="14" idx="7"/>
          </p:cNvCxnSpPr>
          <p:nvPr/>
        </p:nvCxnSpPr>
        <p:spPr>
          <a:xfrm rot="5400000">
            <a:off x="6006137" y="2062097"/>
            <a:ext cx="79560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9" idx="3"/>
            <a:endCxn id="14" idx="2"/>
          </p:cNvCxnSpPr>
          <p:nvPr/>
        </p:nvCxnSpPr>
        <p:spPr>
          <a:xfrm>
            <a:off x="3261360" y="3947160"/>
            <a:ext cx="220980" cy="13765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8" idx="1"/>
            <a:endCxn id="14" idx="6"/>
          </p:cNvCxnSpPr>
          <p:nvPr/>
        </p:nvCxnSpPr>
        <p:spPr>
          <a:xfrm rot="10800000" flipV="1">
            <a:off x="5676900" y="3947159"/>
            <a:ext cx="220980" cy="13765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11" idx="0"/>
            <a:endCxn id="14" idx="3"/>
          </p:cNvCxnSpPr>
          <p:nvPr/>
        </p:nvCxnSpPr>
        <p:spPr>
          <a:xfrm rot="5400000" flipH="1" flipV="1">
            <a:off x="2371268" y="3749142"/>
            <a:ext cx="76807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2" idx="0"/>
            <a:endCxn id="14" idx="5"/>
          </p:cNvCxnSpPr>
          <p:nvPr/>
        </p:nvCxnSpPr>
        <p:spPr>
          <a:xfrm rot="16200000" flipV="1">
            <a:off x="6019902" y="3749142"/>
            <a:ext cx="76807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10" idx="2"/>
            <a:endCxn id="14" idx="0"/>
          </p:cNvCxnSpPr>
          <p:nvPr/>
        </p:nvCxnSpPr>
        <p:spPr>
          <a:xfrm rot="5400000">
            <a:off x="4275558" y="3016782"/>
            <a:ext cx="608125" cy="12700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15" idx="0"/>
          </p:cNvCxnSpPr>
          <p:nvPr/>
        </p:nvCxnSpPr>
        <p:spPr>
          <a:xfrm rot="16200000" flipV="1">
            <a:off x="4286148" y="4888128"/>
            <a:ext cx="580595" cy="6350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40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14"/>
          <p:cNvGrpSpPr/>
          <p:nvPr/>
        </p:nvGrpSpPr>
        <p:grpSpPr>
          <a:xfrm>
            <a:off x="0" y="0"/>
            <a:ext cx="9144000" cy="6858000"/>
            <a:chOff x="457200" y="381000"/>
            <a:chExt cx="8305800" cy="609600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381000"/>
              <a:ext cx="8305800" cy="6096000"/>
            </a:xfrm>
            <a:prstGeom prst="roundRect">
              <a:avLst>
                <a:gd name="adj" fmla="val 6406"/>
              </a:avLst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u="sng" dirty="0">
                  <a:solidFill>
                    <a:schemeClr val="tx2">
                      <a:lumMod val="75000"/>
                    </a:schemeClr>
                  </a:solidFill>
                </a:rPr>
                <a:t>SMILE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544884" y="489466"/>
              <a:ext cx="5943600" cy="5943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19200" y="2181106"/>
              <a:ext cx="640080" cy="2560320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250723 h 1317523"/>
                <a:gd name="connsiteX1" fmla="*/ 609600 w 609600"/>
                <a:gd name="connsiteY1" fmla="*/ 0 h 1317523"/>
                <a:gd name="connsiteX2" fmla="*/ 609600 w 609600"/>
                <a:gd name="connsiteY2" fmla="*/ 1317523 h 1317523"/>
                <a:gd name="connsiteX3" fmla="*/ 0 w 609600"/>
                <a:gd name="connsiteY3" fmla="*/ 1317523 h 1317523"/>
                <a:gd name="connsiteX4" fmla="*/ 0 w 609600"/>
                <a:gd name="connsiteY4" fmla="*/ 250723 h 1317523"/>
                <a:gd name="connsiteX0" fmla="*/ 0 w 609600"/>
                <a:gd name="connsiteY0" fmla="*/ 250723 h 1568245"/>
                <a:gd name="connsiteX1" fmla="*/ 609600 w 609600"/>
                <a:gd name="connsiteY1" fmla="*/ 0 h 1568245"/>
                <a:gd name="connsiteX2" fmla="*/ 609600 w 609600"/>
                <a:gd name="connsiteY2" fmla="*/ 1568245 h 1568245"/>
                <a:gd name="connsiteX3" fmla="*/ 0 w 609600"/>
                <a:gd name="connsiteY3" fmla="*/ 1317523 h 1568245"/>
                <a:gd name="connsiteX4" fmla="*/ 0 w 609600"/>
                <a:gd name="connsiteY4" fmla="*/ 250723 h 1568245"/>
                <a:gd name="connsiteX0" fmla="*/ 0 w 609600"/>
                <a:gd name="connsiteY0" fmla="*/ 250723 h 1509251"/>
                <a:gd name="connsiteX1" fmla="*/ 609600 w 609600"/>
                <a:gd name="connsiteY1" fmla="*/ 0 h 1509251"/>
                <a:gd name="connsiteX2" fmla="*/ 609600 w 609600"/>
                <a:gd name="connsiteY2" fmla="*/ 1509251 h 1509251"/>
                <a:gd name="connsiteX3" fmla="*/ 0 w 609600"/>
                <a:gd name="connsiteY3" fmla="*/ 1317523 h 1509251"/>
                <a:gd name="connsiteX4" fmla="*/ 0 w 609600"/>
                <a:gd name="connsiteY4" fmla="*/ 250723 h 150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09251">
                  <a:moveTo>
                    <a:pt x="0" y="250723"/>
                  </a:moveTo>
                  <a:lnTo>
                    <a:pt x="609600" y="0"/>
                  </a:lnTo>
                  <a:lnTo>
                    <a:pt x="609600" y="1509251"/>
                  </a:lnTo>
                  <a:lnTo>
                    <a:pt x="0" y="1317523"/>
                  </a:lnTo>
                  <a:lnTo>
                    <a:pt x="0" y="25072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153696" y="2181106"/>
              <a:ext cx="640080" cy="2560320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0 h 1302774"/>
                <a:gd name="connsiteX1" fmla="*/ 609600 w 609600"/>
                <a:gd name="connsiteY1" fmla="*/ 235974 h 1302774"/>
                <a:gd name="connsiteX2" fmla="*/ 609600 w 609600"/>
                <a:gd name="connsiteY2" fmla="*/ 1302774 h 1302774"/>
                <a:gd name="connsiteX3" fmla="*/ 0 w 609600"/>
                <a:gd name="connsiteY3" fmla="*/ 1302774 h 1302774"/>
                <a:gd name="connsiteX4" fmla="*/ 0 w 609600"/>
                <a:gd name="connsiteY4" fmla="*/ 0 h 1302774"/>
                <a:gd name="connsiteX0" fmla="*/ 0 w 609600"/>
                <a:gd name="connsiteY0" fmla="*/ 0 h 1538748"/>
                <a:gd name="connsiteX1" fmla="*/ 609600 w 609600"/>
                <a:gd name="connsiteY1" fmla="*/ 235974 h 1538748"/>
                <a:gd name="connsiteX2" fmla="*/ 609600 w 609600"/>
                <a:gd name="connsiteY2" fmla="*/ 1302774 h 1538748"/>
                <a:gd name="connsiteX3" fmla="*/ 0 w 609600"/>
                <a:gd name="connsiteY3" fmla="*/ 1538748 h 1538748"/>
                <a:gd name="connsiteX4" fmla="*/ 0 w 609600"/>
                <a:gd name="connsiteY4" fmla="*/ 0 h 153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38748">
                  <a:moveTo>
                    <a:pt x="0" y="0"/>
                  </a:moveTo>
                  <a:lnTo>
                    <a:pt x="609600" y="235974"/>
                  </a:lnTo>
                  <a:lnTo>
                    <a:pt x="609600" y="1302774"/>
                  </a:lnTo>
                  <a:lnTo>
                    <a:pt x="0" y="1538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7391400" y="2889152"/>
              <a:ext cx="1280160" cy="1144227"/>
              <a:chOff x="9677400" y="2394566"/>
              <a:chExt cx="1600200" cy="1144227"/>
            </a:xfrm>
          </p:grpSpPr>
          <p:sp>
            <p:nvSpPr>
              <p:cNvPr id="10" name="Right Arrow 9"/>
              <p:cNvSpPr/>
              <p:nvPr/>
            </p:nvSpPr>
            <p:spPr>
              <a:xfrm>
                <a:off x="9677400" y="2394566"/>
                <a:ext cx="1600200" cy="1144227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9689690" y="2782013"/>
                <a:ext cx="11670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 Exit</a:t>
                </a:r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522394" y="3059668"/>
              <a:ext cx="1306406" cy="1144227"/>
              <a:chOff x="9677400" y="1294786"/>
              <a:chExt cx="1306406" cy="1144227"/>
            </a:xfrm>
          </p:grpSpPr>
          <p:sp>
            <p:nvSpPr>
              <p:cNvPr id="11" name="Right Arrow 10"/>
              <p:cNvSpPr/>
              <p:nvPr/>
            </p:nvSpPr>
            <p:spPr>
              <a:xfrm>
                <a:off x="9677400" y="1294786"/>
                <a:ext cx="1306406" cy="1144227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677400" y="1676399"/>
                <a:ext cx="1150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 Entry</a:t>
                </a:r>
              </a:p>
            </p:txBody>
          </p:sp>
        </p:grpSp>
        <p:sp>
          <p:nvSpPr>
            <p:cNvPr id="28" name="Circular Arrow 27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9483"/>
                <a:gd name="adj2" fmla="val 335633"/>
                <a:gd name="adj3" fmla="val 1760388"/>
                <a:gd name="adj4" fmla="val 19765239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Circular Arrow 36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8770"/>
                <a:gd name="adj2" fmla="val 335633"/>
                <a:gd name="adj3" fmla="val 5963643"/>
                <a:gd name="adj4" fmla="val 2252347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fillRef>
            <a:effectRef idx="2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Circular Arrow 40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10364"/>
                <a:gd name="adj2" fmla="val 335633"/>
                <a:gd name="adj3" fmla="val 14728221"/>
                <a:gd name="adj4" fmla="val 10769984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fillRef>
            <a:effectRef idx="2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Circular Arrow 42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9470"/>
                <a:gd name="adj2" fmla="val 335633"/>
                <a:gd name="adj3" fmla="val 19262281"/>
                <a:gd name="adj4" fmla="val 15197501"/>
                <a:gd name="adj5" fmla="val 6062"/>
              </a:avLst>
            </a:prstGeom>
            <a:gradFill>
              <a:gsLst>
                <a:gs pos="0">
                  <a:schemeClr val="accent5">
                    <a:shade val="50000"/>
                    <a:hueOff val="101189"/>
                    <a:satOff val="-2238"/>
                    <a:lumOff val="16795"/>
                    <a:alphaOff val="0"/>
                    <a:shade val="51000"/>
                    <a:satMod val="130000"/>
                  </a:schemeClr>
                </a:gs>
                <a:gs pos="80000">
                  <a:schemeClr val="accent5">
                    <a:shade val="50000"/>
                    <a:hueOff val="101189"/>
                    <a:satOff val="-2238"/>
                    <a:lumOff val="16795"/>
                    <a:alphaOff val="0"/>
                    <a:shade val="93000"/>
                    <a:satMod val="130000"/>
                  </a:schemeClr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</a:gra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fillRef>
            <a:effectRef idx="2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886200" y="813315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859280" y="3059668"/>
              <a:ext cx="2455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29000" y="5538891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72200" y="4968921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629400" y="217405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  <p:sp>
          <p:nvSpPr>
            <p:cNvPr id="53" name="Shape 52"/>
            <p:cNvSpPr/>
            <p:nvPr/>
          </p:nvSpPr>
          <p:spPr>
            <a:xfrm rot="15106945">
              <a:off x="3686412" y="4735535"/>
              <a:ext cx="1338086" cy="1087719"/>
            </a:xfrm>
            <a:prstGeom prst="swooshArrow">
              <a:avLst>
                <a:gd name="adj1" fmla="val 16310"/>
                <a:gd name="adj2" fmla="val 31370"/>
              </a:avLst>
            </a:pr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4" name="Shape 53"/>
            <p:cNvSpPr/>
            <p:nvPr/>
          </p:nvSpPr>
          <p:spPr>
            <a:xfrm rot="15106945">
              <a:off x="4155705" y="4735535"/>
              <a:ext cx="1338086" cy="1087719"/>
            </a:xfrm>
            <a:prstGeom prst="swooshArrow">
              <a:avLst>
                <a:gd name="adj1" fmla="val 16310"/>
                <a:gd name="adj2" fmla="val 31370"/>
              </a:avLst>
            </a:pr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5" name="Shape 54"/>
            <p:cNvSpPr/>
            <p:nvPr/>
          </p:nvSpPr>
          <p:spPr>
            <a:xfrm rot="15106945">
              <a:off x="4624997" y="4735535"/>
              <a:ext cx="1338086" cy="1087719"/>
            </a:xfrm>
            <a:prstGeom prst="swooshArrow">
              <a:avLst>
                <a:gd name="adj1" fmla="val 16310"/>
                <a:gd name="adj2" fmla="val 31370"/>
              </a:avLst>
            </a:pr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6" name="Shape 55"/>
            <p:cNvSpPr/>
            <p:nvPr/>
          </p:nvSpPr>
          <p:spPr>
            <a:xfrm rot="17124499">
              <a:off x="2101493" y="3875854"/>
              <a:ext cx="2221348" cy="1537358"/>
            </a:xfrm>
            <a:prstGeom prst="swooshArrow">
              <a:avLst>
                <a:gd name="adj1" fmla="val 25000"/>
                <a:gd name="adj2" fmla="val 25765"/>
              </a:avLst>
            </a:prstGeom>
            <a:ln>
              <a:noFill/>
            </a:ln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fillRef>
            <a:effectRef idx="2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Circular Arrow 38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10172"/>
                <a:gd name="adj2" fmla="val 335633"/>
                <a:gd name="adj3" fmla="val 10243924"/>
                <a:gd name="adj4" fmla="val 6448486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fillRef>
            <a:effectRef idx="2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TextBox 56"/>
            <p:cNvSpPr txBox="1"/>
            <p:nvPr/>
          </p:nvSpPr>
          <p:spPr>
            <a:xfrm rot="19458059">
              <a:off x="3778299" y="4171524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Infl</a:t>
              </a:r>
              <a:r>
                <a:rPr lang="en-US" dirty="0"/>
                <a:t> </a:t>
              </a:r>
              <a:r>
                <a:rPr lang="en-US" dirty="0" err="1"/>
                <a:t>Stkhldr</a:t>
              </a:r>
              <a:r>
                <a:rPr lang="en-US" dirty="0"/>
                <a:t> 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 rot="19458059">
              <a:off x="4181150" y="4202407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Supp</a:t>
              </a:r>
              <a:r>
                <a:rPr lang="en-US" dirty="0"/>
                <a:t> </a:t>
              </a:r>
              <a:r>
                <a:rPr lang="en-US" dirty="0" err="1"/>
                <a:t>Stkhldr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 rot="19458059">
              <a:off x="4722863" y="4271429"/>
              <a:ext cx="11891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  <a:r>
                <a:rPr lang="en-US" dirty="0" err="1"/>
                <a:t>ve</a:t>
              </a:r>
              <a:r>
                <a:rPr lang="en-US" dirty="0"/>
                <a:t> </a:t>
              </a:r>
              <a:r>
                <a:rPr lang="en-US" dirty="0" err="1"/>
                <a:t>Stkhldr</a:t>
              </a:r>
              <a:endParaRPr lang="en-US" dirty="0"/>
            </a:p>
          </p:txBody>
        </p:sp>
        <p:sp>
          <p:nvSpPr>
            <p:cNvPr id="62" name="Circular Arrow 61"/>
            <p:cNvSpPr/>
            <p:nvPr/>
          </p:nvSpPr>
          <p:spPr>
            <a:xfrm rot="4216048">
              <a:off x="2765758" y="1587329"/>
              <a:ext cx="2146472" cy="1823574"/>
            </a:xfrm>
            <a:prstGeom prst="circularArrow">
              <a:avLst>
                <a:gd name="adj1" fmla="val 3945"/>
                <a:gd name="adj2" fmla="val 1142322"/>
                <a:gd name="adj3" fmla="val 2946822"/>
                <a:gd name="adj4" fmla="val 10800000"/>
                <a:gd name="adj5" fmla="val 9734"/>
              </a:avLst>
            </a:prstGeom>
            <a:blipFill>
              <a:blip r:embed="rId3"/>
              <a:tile tx="0" ty="0" sx="100000" sy="100000" flip="none" algn="tl"/>
            </a:blip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Circular Arrow 62"/>
            <p:cNvSpPr/>
            <p:nvPr/>
          </p:nvSpPr>
          <p:spPr>
            <a:xfrm rot="20618184">
              <a:off x="3090573" y="1823404"/>
              <a:ext cx="1859382" cy="1911773"/>
            </a:xfrm>
            <a:prstGeom prst="circularArrow">
              <a:avLst>
                <a:gd name="adj1" fmla="val 3945"/>
                <a:gd name="adj2" fmla="val 1142322"/>
                <a:gd name="adj3" fmla="val 2946822"/>
                <a:gd name="adj4" fmla="val 10800000"/>
                <a:gd name="adj5" fmla="val 9734"/>
              </a:avLst>
            </a:prstGeom>
            <a:blipFill>
              <a:blip r:embed="rId4"/>
              <a:tile tx="0" ty="0" sx="100000" sy="100000" flip="none" algn="tl"/>
            </a:blip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9" name="Circular Arrow 68"/>
            <p:cNvSpPr/>
            <p:nvPr/>
          </p:nvSpPr>
          <p:spPr>
            <a:xfrm rot="2636554">
              <a:off x="3723826" y="671561"/>
              <a:ext cx="1827640" cy="1923015"/>
            </a:xfrm>
            <a:prstGeom prst="circularArrow">
              <a:avLst>
                <a:gd name="adj1" fmla="val 25006"/>
                <a:gd name="adj2" fmla="val 1231153"/>
                <a:gd name="adj3" fmla="val 19885557"/>
                <a:gd name="adj4" fmla="val 13972073"/>
                <a:gd name="adj5" fmla="val 16716"/>
              </a:avLst>
            </a:prstGeom>
            <a:gradFill flip="none" rotWithShape="1">
              <a:gsLst>
                <a:gs pos="97500">
                  <a:schemeClr val="accent5">
                    <a:lumMod val="75000"/>
                  </a:schemeClr>
                </a:gs>
                <a:gs pos="0">
                  <a:schemeClr val="accent1">
                    <a:lumMod val="75000"/>
                  </a:schemeClr>
                </a:gs>
                <a:gs pos="0">
                  <a:srgbClr val="0A128C"/>
                </a:gs>
                <a:gs pos="95000">
                  <a:schemeClr val="tx2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Shape 72"/>
            <p:cNvSpPr/>
            <p:nvPr/>
          </p:nvSpPr>
          <p:spPr>
            <a:xfrm rot="21391603" flipV="1">
              <a:off x="6833640" y="3459676"/>
              <a:ext cx="1771538" cy="1895880"/>
            </a:xfrm>
            <a:prstGeom prst="swooshArrow">
              <a:avLst>
                <a:gd name="adj1" fmla="val 29361"/>
                <a:gd name="adj2" fmla="val 18773"/>
              </a:avLst>
            </a:prstGeom>
            <a:gradFill>
              <a:gsLst>
                <a:gs pos="0">
                  <a:srgbClr val="002060"/>
                </a:gs>
                <a:gs pos="80000">
                  <a:schemeClr val="accent5">
                    <a:shade val="50000"/>
                    <a:hueOff val="202378"/>
                    <a:satOff val="-4476"/>
                    <a:lumOff val="33590"/>
                    <a:alphaOff val="0"/>
                    <a:shade val="93000"/>
                    <a:satMod val="130000"/>
                  </a:schemeClr>
                </a:gs>
                <a:gs pos="100000">
                  <a:schemeClr val="accent5">
                    <a:shade val="50000"/>
                    <a:hueOff val="202378"/>
                    <a:satOff val="-4476"/>
                    <a:lumOff val="33590"/>
                    <a:alphaOff val="0"/>
                    <a:shade val="94000"/>
                    <a:satMod val="135000"/>
                  </a:schemeClr>
                </a:gs>
              </a:gsLst>
              <a:lin ang="16200000" scaled="0"/>
            </a:gradFill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4" name="Shape 73"/>
            <p:cNvSpPr/>
            <p:nvPr/>
          </p:nvSpPr>
          <p:spPr>
            <a:xfrm rot="2294495" flipH="1" flipV="1">
              <a:off x="4696392" y="2546331"/>
              <a:ext cx="1833176" cy="1895880"/>
            </a:xfrm>
            <a:prstGeom prst="swooshArrow">
              <a:avLst>
                <a:gd name="adj1" fmla="val 12966"/>
                <a:gd name="adj2" fmla="val 26702"/>
              </a:avLst>
            </a:prstGeom>
            <a:gradFill>
              <a:gsLst>
                <a:gs pos="0">
                  <a:srgbClr val="002060"/>
                </a:gs>
                <a:gs pos="36000">
                  <a:schemeClr val="accent5">
                    <a:shade val="50000"/>
                    <a:hueOff val="202378"/>
                    <a:satOff val="-4476"/>
                    <a:lumOff val="33590"/>
                    <a:alphaOff val="0"/>
                    <a:shade val="93000"/>
                    <a:satMod val="130000"/>
                  </a:schemeClr>
                </a:gs>
                <a:gs pos="100000">
                  <a:srgbClr val="E3FB6D"/>
                </a:gs>
              </a:gsLst>
              <a:lin ang="16200000" scaled="0"/>
            </a:gradFill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381648" y="549889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20134020">
              <a:off x="1631240" y="2887420"/>
              <a:ext cx="55005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bg1">
                      <a:lumMod val="95000"/>
                    </a:schemeClr>
                  </a:solidFill>
                </a:rPr>
                <a:t>Project Life Cycle</a:t>
              </a: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5002326" y="1787042"/>
              <a:ext cx="502920" cy="881719"/>
              <a:chOff x="8305800" y="2852081"/>
              <a:chExt cx="502920" cy="881719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83058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8305800" y="30291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8305800" y="32245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8305800" y="34290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84201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8420100" y="30545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8420100" y="32753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8420100" y="35052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85344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8534400" y="30291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8534400" y="32245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8534400" y="34290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86487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8648700" y="30545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8648700" y="32753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8648700" y="35052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87630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8763000" y="30291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8763000" y="32245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8763000" y="34290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534400" y="364236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00" name="TextBox 99"/>
            <p:cNvSpPr txBox="1"/>
            <p:nvPr/>
          </p:nvSpPr>
          <p:spPr>
            <a:xfrm>
              <a:off x="4876800" y="2435423"/>
              <a:ext cx="7585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Lessons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062964" y="2716886"/>
              <a:ext cx="2696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S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106907" y="2485881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212167" y="231526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532414" y="2261380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P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769589" y="2352067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528080" y="2920075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C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672837" y="3084562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H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874980" y="3121223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102875" y="3099977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N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254519" y="2955769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G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436956" y="2779290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43200" y="3505200"/>
              <a:ext cx="5822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u="sng" dirty="0"/>
                <a:t>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3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457200" y="1143000"/>
            <a:ext cx="8077200" cy="5029200"/>
            <a:chOff x="457200" y="1143000"/>
            <a:chExt cx="8077200" cy="502920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43000"/>
              <a:ext cx="8077200" cy="5029200"/>
            </a:xfrm>
            <a:prstGeom prst="roundRect">
              <a:avLst>
                <a:gd name="adj" fmla="val 8100"/>
              </a:avLst>
            </a:prstGeom>
            <a:solidFill>
              <a:schemeClr val="tx2">
                <a:lumMod val="20000"/>
                <a:lumOff val="80000"/>
                <a:alpha val="45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tx2">
                      <a:lumMod val="75000"/>
                    </a:schemeClr>
                  </a:solidFill>
                </a:rPr>
                <a:t>Project Life Cycle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2362200" y="1600200"/>
              <a:ext cx="4343400" cy="4191000"/>
            </a:xfrm>
            <a:prstGeom prst="ellipse">
              <a:avLst/>
            </a:prstGeom>
            <a:solidFill>
              <a:schemeClr val="bg1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2941075"/>
              <a:ext cx="609600" cy="1509251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250723 h 1317523"/>
                <a:gd name="connsiteX1" fmla="*/ 609600 w 609600"/>
                <a:gd name="connsiteY1" fmla="*/ 0 h 1317523"/>
                <a:gd name="connsiteX2" fmla="*/ 609600 w 609600"/>
                <a:gd name="connsiteY2" fmla="*/ 1317523 h 1317523"/>
                <a:gd name="connsiteX3" fmla="*/ 0 w 609600"/>
                <a:gd name="connsiteY3" fmla="*/ 1317523 h 1317523"/>
                <a:gd name="connsiteX4" fmla="*/ 0 w 609600"/>
                <a:gd name="connsiteY4" fmla="*/ 250723 h 1317523"/>
                <a:gd name="connsiteX0" fmla="*/ 0 w 609600"/>
                <a:gd name="connsiteY0" fmla="*/ 250723 h 1568245"/>
                <a:gd name="connsiteX1" fmla="*/ 609600 w 609600"/>
                <a:gd name="connsiteY1" fmla="*/ 0 h 1568245"/>
                <a:gd name="connsiteX2" fmla="*/ 609600 w 609600"/>
                <a:gd name="connsiteY2" fmla="*/ 1568245 h 1568245"/>
                <a:gd name="connsiteX3" fmla="*/ 0 w 609600"/>
                <a:gd name="connsiteY3" fmla="*/ 1317523 h 1568245"/>
                <a:gd name="connsiteX4" fmla="*/ 0 w 609600"/>
                <a:gd name="connsiteY4" fmla="*/ 250723 h 1568245"/>
                <a:gd name="connsiteX0" fmla="*/ 0 w 609600"/>
                <a:gd name="connsiteY0" fmla="*/ 250723 h 1509251"/>
                <a:gd name="connsiteX1" fmla="*/ 609600 w 609600"/>
                <a:gd name="connsiteY1" fmla="*/ 0 h 1509251"/>
                <a:gd name="connsiteX2" fmla="*/ 609600 w 609600"/>
                <a:gd name="connsiteY2" fmla="*/ 1509251 h 1509251"/>
                <a:gd name="connsiteX3" fmla="*/ 0 w 609600"/>
                <a:gd name="connsiteY3" fmla="*/ 1317523 h 1509251"/>
                <a:gd name="connsiteX4" fmla="*/ 0 w 609600"/>
                <a:gd name="connsiteY4" fmla="*/ 250723 h 150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09251">
                  <a:moveTo>
                    <a:pt x="0" y="250723"/>
                  </a:moveTo>
                  <a:lnTo>
                    <a:pt x="609600" y="0"/>
                  </a:lnTo>
                  <a:lnTo>
                    <a:pt x="609600" y="1509251"/>
                  </a:lnTo>
                  <a:lnTo>
                    <a:pt x="0" y="1317523"/>
                  </a:lnTo>
                  <a:lnTo>
                    <a:pt x="0" y="250723"/>
                  </a:lnTo>
                  <a:close/>
                </a:path>
              </a:pathLst>
            </a:custGeom>
            <a:solidFill>
              <a:schemeClr val="bg1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553200" y="2926326"/>
              <a:ext cx="609600" cy="1538748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0 h 1302774"/>
                <a:gd name="connsiteX1" fmla="*/ 609600 w 609600"/>
                <a:gd name="connsiteY1" fmla="*/ 235974 h 1302774"/>
                <a:gd name="connsiteX2" fmla="*/ 609600 w 609600"/>
                <a:gd name="connsiteY2" fmla="*/ 1302774 h 1302774"/>
                <a:gd name="connsiteX3" fmla="*/ 0 w 609600"/>
                <a:gd name="connsiteY3" fmla="*/ 1302774 h 1302774"/>
                <a:gd name="connsiteX4" fmla="*/ 0 w 609600"/>
                <a:gd name="connsiteY4" fmla="*/ 0 h 1302774"/>
                <a:gd name="connsiteX0" fmla="*/ 0 w 609600"/>
                <a:gd name="connsiteY0" fmla="*/ 0 h 1538748"/>
                <a:gd name="connsiteX1" fmla="*/ 609600 w 609600"/>
                <a:gd name="connsiteY1" fmla="*/ 235974 h 1538748"/>
                <a:gd name="connsiteX2" fmla="*/ 609600 w 609600"/>
                <a:gd name="connsiteY2" fmla="*/ 1302774 h 1538748"/>
                <a:gd name="connsiteX3" fmla="*/ 0 w 609600"/>
                <a:gd name="connsiteY3" fmla="*/ 1538748 h 1538748"/>
                <a:gd name="connsiteX4" fmla="*/ 0 w 609600"/>
                <a:gd name="connsiteY4" fmla="*/ 0 h 153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38748">
                  <a:moveTo>
                    <a:pt x="0" y="0"/>
                  </a:moveTo>
                  <a:lnTo>
                    <a:pt x="609600" y="235974"/>
                  </a:lnTo>
                  <a:lnTo>
                    <a:pt x="609600" y="1302774"/>
                  </a:lnTo>
                  <a:lnTo>
                    <a:pt x="0" y="1538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U-Turn Arrow 7"/>
            <p:cNvSpPr/>
            <p:nvPr/>
          </p:nvSpPr>
          <p:spPr>
            <a:xfrm>
              <a:off x="3352800" y="1866900"/>
              <a:ext cx="2514600" cy="2095500"/>
            </a:xfrm>
            <a:prstGeom prst="uturnArrow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U-Turn Arrow 8"/>
            <p:cNvSpPr/>
            <p:nvPr/>
          </p:nvSpPr>
          <p:spPr>
            <a:xfrm rot="10800000">
              <a:off x="3124201" y="3505200"/>
              <a:ext cx="2514600" cy="2095500"/>
            </a:xfrm>
            <a:prstGeom prst="uturnArrow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09600" y="3123587"/>
              <a:ext cx="1600200" cy="1144227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286000" y="3124200"/>
              <a:ext cx="2133600" cy="890435"/>
              <a:chOff x="2819400" y="252565"/>
              <a:chExt cx="2590800" cy="1104900"/>
            </a:xfrm>
            <a:solidFill>
              <a:srgbClr val="66FF99"/>
            </a:solidFill>
          </p:grpSpPr>
          <p:sp>
            <p:nvSpPr>
              <p:cNvPr id="13" name="Flowchart: Document 12"/>
              <p:cNvSpPr/>
              <p:nvPr/>
            </p:nvSpPr>
            <p:spPr>
              <a:xfrm rot="5400000">
                <a:off x="2867025" y="204940"/>
                <a:ext cx="1104900" cy="12001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lowchart: Document 13"/>
              <p:cNvSpPr/>
              <p:nvPr/>
            </p:nvSpPr>
            <p:spPr>
              <a:xfrm rot="16200000">
                <a:off x="4162425" y="109690"/>
                <a:ext cx="1104900" cy="13906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599147" y="3461877"/>
              <a:ext cx="2133600" cy="890435"/>
              <a:chOff x="2819400" y="252565"/>
              <a:chExt cx="2590800" cy="1104900"/>
            </a:xfrm>
            <a:solidFill>
              <a:srgbClr val="66FF99"/>
            </a:solidFill>
          </p:grpSpPr>
          <p:sp>
            <p:nvSpPr>
              <p:cNvPr id="17" name="Flowchart: Document 16"/>
              <p:cNvSpPr/>
              <p:nvPr/>
            </p:nvSpPr>
            <p:spPr>
              <a:xfrm rot="5400000">
                <a:off x="2867025" y="204940"/>
                <a:ext cx="1104900" cy="12001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Document 17"/>
              <p:cNvSpPr/>
              <p:nvPr/>
            </p:nvSpPr>
            <p:spPr>
              <a:xfrm rot="16200000">
                <a:off x="4162425" y="109690"/>
                <a:ext cx="1104900" cy="13906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ight Arrow 10"/>
            <p:cNvSpPr/>
            <p:nvPr/>
          </p:nvSpPr>
          <p:spPr>
            <a:xfrm>
              <a:off x="6781800" y="3123587"/>
              <a:ext cx="1600200" cy="1144227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337560" y="3124200"/>
              <a:ext cx="5486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093326" y="4352312"/>
              <a:ext cx="5486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21890" y="3511034"/>
              <a:ext cx="1150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Exec Entry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81800" y="3505200"/>
              <a:ext cx="99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Exec Exit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15460" y="3277211"/>
              <a:ext cx="15723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Competitor </a:t>
              </a:r>
            </a:p>
            <a:p>
              <a:r>
                <a:rPr lang="en-US" dirty="0"/>
                <a:t>            Analysis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55789" y="3583928"/>
              <a:ext cx="17788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Stakeholder </a:t>
              </a:r>
            </a:p>
            <a:p>
              <a:r>
                <a:rPr lang="en-US" dirty="0"/>
                <a:t>  Communication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43400" y="1924665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&amp;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 rot="2744190">
              <a:off x="4808542" y="2124231"/>
              <a:ext cx="884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Scope </a:t>
              </a:r>
            </a:p>
            <a:p>
              <a:r>
                <a:rPr lang="en-US" dirty="0"/>
                <a:t>Change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 rot="18662342">
              <a:off x="3323076" y="2071401"/>
              <a:ext cx="9375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Impact </a:t>
              </a:r>
            </a:p>
            <a:p>
              <a:r>
                <a:rPr lang="en-US" dirty="0"/>
                <a:t>Analysis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 rot="2090061">
              <a:off x="3407275" y="4873432"/>
              <a:ext cx="10598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Continuous </a:t>
              </a:r>
            </a:p>
            <a:p>
              <a:r>
                <a:rPr lang="en-US" sz="1400" dirty="0"/>
                <a:t>Monitoring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 rot="19498682">
              <a:off x="4607912" y="4850942"/>
              <a:ext cx="9991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Change  </a:t>
              </a:r>
            </a:p>
            <a:p>
              <a:r>
                <a:rPr lang="en-US" sz="1400" dirty="0"/>
                <a:t>Adaptation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64155" y="5230532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&amp;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20513096">
              <a:off x="2717959" y="3486305"/>
              <a:ext cx="35974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Execution &amp; Monitoring</a:t>
              </a:r>
            </a:p>
          </p:txBody>
        </p:sp>
      </p:grpSp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1409700" y="24581"/>
            <a:ext cx="7312611" cy="961832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>
                <a:solidFill>
                  <a:schemeClr val="bg2">
                    <a:lumMod val="90000"/>
                  </a:schemeClr>
                </a:solidFill>
                <a:latin typeface="Kristen ITC" pitchFamily="66" charset="0"/>
              </a:rPr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630696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95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38"/>
            <a:ext cx="9144000" cy="683096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4581"/>
            <a:ext cx="6512511" cy="961832"/>
          </a:xfrm>
        </p:spPr>
        <p:txBody>
          <a:bodyPr/>
          <a:lstStyle/>
          <a:p>
            <a:pPr marL="0" indent="0">
              <a:buNone/>
            </a:pPr>
            <a:r>
              <a:rPr lang="en-US" sz="6000" dirty="0">
                <a:latin typeface="Gabriola" pitchFamily="82" charset="0"/>
              </a:rPr>
              <a:t>Stake Holder Delight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76200" y="990600"/>
            <a:ext cx="4587386" cy="2963144"/>
            <a:chOff x="213214" y="1120878"/>
            <a:chExt cx="4587386" cy="2963144"/>
          </a:xfrm>
        </p:grpSpPr>
        <p:sp>
          <p:nvSpPr>
            <p:cNvPr id="26" name="Rectangle 25"/>
            <p:cNvSpPr/>
            <p:nvPr/>
          </p:nvSpPr>
          <p:spPr>
            <a:xfrm>
              <a:off x="533400" y="1128252"/>
              <a:ext cx="4191000" cy="2605548"/>
            </a:xfrm>
            <a:prstGeom prst="rect">
              <a:avLst/>
            </a:prstGeom>
            <a:gradFill flip="none" rotWithShape="1">
              <a:gsLst>
                <a:gs pos="0">
                  <a:srgbClr val="DDEBCF">
                    <a:alpha val="50000"/>
                  </a:srgbClr>
                </a:gs>
                <a:gs pos="52000">
                  <a:schemeClr val="accent3">
                    <a:lumMod val="60000"/>
                    <a:lumOff val="40000"/>
                  </a:schemeClr>
                </a:gs>
                <a:gs pos="30000">
                  <a:schemeClr val="accent5">
                    <a:lumMod val="60000"/>
                    <a:lumOff val="40000"/>
                  </a:schemeClr>
                </a:gs>
                <a:gs pos="100000">
                  <a:srgbClr val="156B13"/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>
              <a:stCxn id="26" idx="0"/>
              <a:endCxn id="26" idx="2"/>
            </p:cNvCxnSpPr>
            <p:nvPr/>
          </p:nvCxnSpPr>
          <p:spPr>
            <a:xfrm>
              <a:off x="2628900" y="1128252"/>
              <a:ext cx="0" cy="26055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6" idx="1"/>
            </p:cNvCxnSpPr>
            <p:nvPr/>
          </p:nvCxnSpPr>
          <p:spPr>
            <a:xfrm>
              <a:off x="533400" y="2431026"/>
              <a:ext cx="4191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533400" y="3733800"/>
              <a:ext cx="4191000" cy="3048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Interest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31648" y="1128252"/>
              <a:ext cx="301752" cy="260604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Power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3214" y="1120878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H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74870" y="3743010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H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1648" y="34406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L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7200" y="37454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L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554156" y="3897868"/>
            <a:ext cx="4587386" cy="2963144"/>
            <a:chOff x="213214" y="1120878"/>
            <a:chExt cx="4587386" cy="2963144"/>
          </a:xfrm>
        </p:grpSpPr>
        <p:sp>
          <p:nvSpPr>
            <p:cNvPr id="51" name="Rectangle 50"/>
            <p:cNvSpPr/>
            <p:nvPr/>
          </p:nvSpPr>
          <p:spPr>
            <a:xfrm>
              <a:off x="533400" y="1128252"/>
              <a:ext cx="4191000" cy="2605548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52000">
                  <a:schemeClr val="accent3">
                    <a:lumMod val="60000"/>
                    <a:lumOff val="40000"/>
                  </a:schemeClr>
                </a:gs>
                <a:gs pos="24000">
                  <a:schemeClr val="accent5">
                    <a:lumMod val="60000"/>
                    <a:lumOff val="40000"/>
                  </a:schemeClr>
                </a:gs>
                <a:gs pos="100000">
                  <a:srgbClr val="156B13"/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>
              <a:stCxn id="51" idx="0"/>
              <a:endCxn id="51" idx="2"/>
            </p:cNvCxnSpPr>
            <p:nvPr/>
          </p:nvCxnSpPr>
          <p:spPr>
            <a:xfrm>
              <a:off x="2628900" y="1128252"/>
              <a:ext cx="0" cy="26055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51" idx="1"/>
            </p:cNvCxnSpPr>
            <p:nvPr/>
          </p:nvCxnSpPr>
          <p:spPr>
            <a:xfrm>
              <a:off x="533400" y="2431026"/>
              <a:ext cx="4191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533400" y="3733800"/>
              <a:ext cx="4191000" cy="3048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Interest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31648" y="1128252"/>
              <a:ext cx="301752" cy="260604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Power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3214" y="1120878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H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474870" y="3743010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H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31648" y="34406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L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57200" y="37454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L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2720776" y="2791770"/>
            <a:ext cx="16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Informed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1345" y="277456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Monitor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124" y="1383268"/>
            <a:ext cx="164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Satisfied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89903" y="1383268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 Closely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70068" y="4869462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 Antiqua" pitchFamily="18" charset="0"/>
              </a:rPr>
              <a:t>Negative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76243" y="5486400"/>
            <a:ext cx="119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 Antiqua" pitchFamily="18" charset="0"/>
              </a:rPr>
              <a:t>Supportive</a:t>
            </a:r>
            <a:endParaRPr lang="en-US" dirty="0">
              <a:latin typeface="Book Antiqua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40670" y="4053877"/>
            <a:ext cx="1863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itchFamily="18" charset="0"/>
              </a:rPr>
              <a:t>Influential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49687" y="4165539"/>
            <a:ext cx="3741313" cy="2159061"/>
            <a:chOff x="5074499" y="1191502"/>
            <a:chExt cx="3741313" cy="2159061"/>
          </a:xfrm>
        </p:grpSpPr>
        <p:sp>
          <p:nvSpPr>
            <p:cNvPr id="68" name="Cloud 67"/>
            <p:cNvSpPr/>
            <p:nvPr/>
          </p:nvSpPr>
          <p:spPr>
            <a:xfrm>
              <a:off x="5074499" y="1191502"/>
              <a:ext cx="3741313" cy="2118888"/>
            </a:xfrm>
            <a:prstGeom prst="cloud">
              <a:avLst/>
            </a:prstGeom>
            <a:solidFill>
              <a:schemeClr val="bg2">
                <a:lumMod val="75000"/>
                <a:alpha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442331" y="1401003"/>
              <a:ext cx="1863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ook Antiqua" pitchFamily="18" charset="0"/>
                </a:rPr>
                <a:t>Influential</a:t>
              </a:r>
            </a:p>
          </p:txBody>
        </p:sp>
        <p:sp>
          <p:nvSpPr>
            <p:cNvPr id="70" name="Cloud 69"/>
            <p:cNvSpPr/>
            <p:nvPr/>
          </p:nvSpPr>
          <p:spPr>
            <a:xfrm rot="20024403">
              <a:off x="5128418" y="2021373"/>
              <a:ext cx="2142407" cy="1329190"/>
            </a:xfrm>
            <a:prstGeom prst="cloud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601540" y="2516691"/>
              <a:ext cx="11961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Book Antiqua" pitchFamily="18" charset="0"/>
                </a:rPr>
                <a:t>Supportive</a:t>
              </a:r>
              <a:endParaRPr lang="en-US" dirty="0">
                <a:latin typeface="Book Antiqua" pitchFamily="18" charset="0"/>
              </a:endParaRPr>
            </a:p>
          </p:txBody>
        </p:sp>
        <p:sp>
          <p:nvSpPr>
            <p:cNvPr id="72" name="Cloud 71"/>
            <p:cNvSpPr/>
            <p:nvPr/>
          </p:nvSpPr>
          <p:spPr>
            <a:xfrm rot="995005">
              <a:off x="6869186" y="1857510"/>
              <a:ext cx="1854431" cy="1112663"/>
            </a:xfrm>
            <a:custGeom>
              <a:avLst/>
              <a:gdLst>
                <a:gd name="connsiteX0" fmla="*/ 3900 w 43200"/>
                <a:gd name="connsiteY0" fmla="*/ 14370 h 43200"/>
                <a:gd name="connsiteX1" fmla="*/ 5623 w 43200"/>
                <a:gd name="connsiteY1" fmla="*/ 6907 h 43200"/>
                <a:gd name="connsiteX2" fmla="*/ 14005 w 43200"/>
                <a:gd name="connsiteY2" fmla="*/ 5202 h 43200"/>
                <a:gd name="connsiteX3" fmla="*/ 22456 w 43200"/>
                <a:gd name="connsiteY3" fmla="*/ 3432 h 43200"/>
                <a:gd name="connsiteX4" fmla="*/ 25749 w 43200"/>
                <a:gd name="connsiteY4" fmla="*/ 200 h 43200"/>
                <a:gd name="connsiteX5" fmla="*/ 29833 w 43200"/>
                <a:gd name="connsiteY5" fmla="*/ 2481 h 43200"/>
                <a:gd name="connsiteX6" fmla="*/ 35463 w 43200"/>
                <a:gd name="connsiteY6" fmla="*/ 690 h 43200"/>
                <a:gd name="connsiteX7" fmla="*/ 38318 w 43200"/>
                <a:gd name="connsiteY7" fmla="*/ 5576 h 43200"/>
                <a:gd name="connsiteX8" fmla="*/ 41982 w 43200"/>
                <a:gd name="connsiteY8" fmla="*/ 10318 h 43200"/>
                <a:gd name="connsiteX9" fmla="*/ 41818 w 43200"/>
                <a:gd name="connsiteY9" fmla="*/ 15460 h 43200"/>
                <a:gd name="connsiteX10" fmla="*/ 43016 w 43200"/>
                <a:gd name="connsiteY10" fmla="*/ 23322 h 43200"/>
                <a:gd name="connsiteX11" fmla="*/ 37404 w 43200"/>
                <a:gd name="connsiteY11" fmla="*/ 30204 h 43200"/>
                <a:gd name="connsiteX12" fmla="*/ 35395 w 43200"/>
                <a:gd name="connsiteY12" fmla="*/ 36101 h 43200"/>
                <a:gd name="connsiteX13" fmla="*/ 28555 w 43200"/>
                <a:gd name="connsiteY13" fmla="*/ 36815 h 43200"/>
                <a:gd name="connsiteX14" fmla="*/ 23667 w 43200"/>
                <a:gd name="connsiteY14" fmla="*/ 43106 h 43200"/>
                <a:gd name="connsiteX15" fmla="*/ 16480 w 43200"/>
                <a:gd name="connsiteY15" fmla="*/ 39266 h 43200"/>
                <a:gd name="connsiteX16" fmla="*/ 5804 w 43200"/>
                <a:gd name="connsiteY16" fmla="*/ 35472 h 43200"/>
                <a:gd name="connsiteX17" fmla="*/ 1110 w 43200"/>
                <a:gd name="connsiteY17" fmla="*/ 31250 h 43200"/>
                <a:gd name="connsiteX18" fmla="*/ 2113 w 43200"/>
                <a:gd name="connsiteY18" fmla="*/ 25551 h 43200"/>
                <a:gd name="connsiteX19" fmla="*/ -5 w 43200"/>
                <a:gd name="connsiteY19" fmla="*/ 19704 h 43200"/>
                <a:gd name="connsiteX20" fmla="*/ 3863 w 43200"/>
                <a:gd name="connsiteY20" fmla="*/ 14507 h 43200"/>
                <a:gd name="connsiteX21" fmla="*/ 3900 w 43200"/>
                <a:gd name="connsiteY21" fmla="*/ 14370 h 43200"/>
                <a:gd name="connsiteX0" fmla="*/ 4693 w 43200"/>
                <a:gd name="connsiteY0" fmla="*/ 26177 h 43200"/>
                <a:gd name="connsiteX1" fmla="*/ 2160 w 43200"/>
                <a:gd name="connsiteY1" fmla="*/ 25380 h 43200"/>
                <a:gd name="connsiteX2" fmla="*/ 6928 w 43200"/>
                <a:gd name="connsiteY2" fmla="*/ 34899 h 43200"/>
                <a:gd name="connsiteX3" fmla="*/ 5820 w 43200"/>
                <a:gd name="connsiteY3" fmla="*/ 35280 h 43200"/>
                <a:gd name="connsiteX4" fmla="*/ 16478 w 43200"/>
                <a:gd name="connsiteY4" fmla="*/ 39090 h 43200"/>
                <a:gd name="connsiteX5" fmla="*/ 15810 w 43200"/>
                <a:gd name="connsiteY5" fmla="*/ 37350 h 43200"/>
                <a:gd name="connsiteX6" fmla="*/ 28827 w 43200"/>
                <a:gd name="connsiteY6" fmla="*/ 34751 h 43200"/>
                <a:gd name="connsiteX7" fmla="*/ 28560 w 43200"/>
                <a:gd name="connsiteY7" fmla="*/ 36660 h 43200"/>
                <a:gd name="connsiteX8" fmla="*/ 34129 w 43200"/>
                <a:gd name="connsiteY8" fmla="*/ 22954 h 43200"/>
                <a:gd name="connsiteX9" fmla="*/ 37380 w 43200"/>
                <a:gd name="connsiteY9" fmla="*/ 30090 h 43200"/>
                <a:gd name="connsiteX10" fmla="*/ 41798 w 43200"/>
                <a:gd name="connsiteY10" fmla="*/ 15354 h 43200"/>
                <a:gd name="connsiteX11" fmla="*/ 40350 w 43200"/>
                <a:gd name="connsiteY11" fmla="*/ 18030 h 43200"/>
                <a:gd name="connsiteX12" fmla="*/ 38324 w 43200"/>
                <a:gd name="connsiteY12" fmla="*/ 5426 h 43200"/>
                <a:gd name="connsiteX13" fmla="*/ 38400 w 43200"/>
                <a:gd name="connsiteY13" fmla="*/ 6690 h 43200"/>
                <a:gd name="connsiteX14" fmla="*/ 29078 w 43200"/>
                <a:gd name="connsiteY14" fmla="*/ 3952 h 43200"/>
                <a:gd name="connsiteX15" fmla="*/ 29820 w 43200"/>
                <a:gd name="connsiteY15" fmla="*/ 2340 h 43200"/>
                <a:gd name="connsiteX16" fmla="*/ 22141 w 43200"/>
                <a:gd name="connsiteY16" fmla="*/ 4720 h 43200"/>
                <a:gd name="connsiteX17" fmla="*/ 22500 w 43200"/>
                <a:gd name="connsiteY17" fmla="*/ 3330 h 43200"/>
                <a:gd name="connsiteX18" fmla="*/ 14000 w 43200"/>
                <a:gd name="connsiteY18" fmla="*/ 5192 h 43200"/>
                <a:gd name="connsiteX19" fmla="*/ 15300 w 43200"/>
                <a:gd name="connsiteY19" fmla="*/ 6540 h 43200"/>
                <a:gd name="connsiteX20" fmla="*/ 4127 w 43200"/>
                <a:gd name="connsiteY20" fmla="*/ 15789 h 43200"/>
                <a:gd name="connsiteX21" fmla="*/ 3900 w 43200"/>
                <a:gd name="connsiteY21" fmla="*/ 14370 h 43200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7628 w 43256"/>
                <a:gd name="connsiteY21" fmla="*/ 14821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5852 w 43256"/>
                <a:gd name="connsiteY20" fmla="*/ 19961 h 43219"/>
                <a:gd name="connsiteX21" fmla="*/ 7628 w 43256"/>
                <a:gd name="connsiteY21" fmla="*/ 14821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7179 w 43256"/>
                <a:gd name="connsiteY19" fmla="*/ 11105 h 43219"/>
                <a:gd name="connsiteX20" fmla="*/ 5852 w 43256"/>
                <a:gd name="connsiteY20" fmla="*/ 19961 h 43219"/>
                <a:gd name="connsiteX21" fmla="*/ 7628 w 43256"/>
                <a:gd name="connsiteY21" fmla="*/ 14821 h 43219"/>
                <a:gd name="connsiteX0" fmla="*/ 3936 w 43256"/>
                <a:gd name="connsiteY0" fmla="*/ 14229 h 40633"/>
                <a:gd name="connsiteX1" fmla="*/ 5659 w 43256"/>
                <a:gd name="connsiteY1" fmla="*/ 6766 h 40633"/>
                <a:gd name="connsiteX2" fmla="*/ 14041 w 43256"/>
                <a:gd name="connsiteY2" fmla="*/ 5061 h 40633"/>
                <a:gd name="connsiteX3" fmla="*/ 22492 w 43256"/>
                <a:gd name="connsiteY3" fmla="*/ 3291 h 40633"/>
                <a:gd name="connsiteX4" fmla="*/ 25785 w 43256"/>
                <a:gd name="connsiteY4" fmla="*/ 59 h 40633"/>
                <a:gd name="connsiteX5" fmla="*/ 29869 w 43256"/>
                <a:gd name="connsiteY5" fmla="*/ 2340 h 40633"/>
                <a:gd name="connsiteX6" fmla="*/ 35499 w 43256"/>
                <a:gd name="connsiteY6" fmla="*/ 549 h 40633"/>
                <a:gd name="connsiteX7" fmla="*/ 38354 w 43256"/>
                <a:gd name="connsiteY7" fmla="*/ 5435 h 40633"/>
                <a:gd name="connsiteX8" fmla="*/ 42018 w 43256"/>
                <a:gd name="connsiteY8" fmla="*/ 10177 h 40633"/>
                <a:gd name="connsiteX9" fmla="*/ 41854 w 43256"/>
                <a:gd name="connsiteY9" fmla="*/ 15319 h 40633"/>
                <a:gd name="connsiteX10" fmla="*/ 43052 w 43256"/>
                <a:gd name="connsiteY10" fmla="*/ 23181 h 40633"/>
                <a:gd name="connsiteX11" fmla="*/ 37440 w 43256"/>
                <a:gd name="connsiteY11" fmla="*/ 30063 h 40633"/>
                <a:gd name="connsiteX12" fmla="*/ 35431 w 43256"/>
                <a:gd name="connsiteY12" fmla="*/ 35960 h 40633"/>
                <a:gd name="connsiteX13" fmla="*/ 28591 w 43256"/>
                <a:gd name="connsiteY13" fmla="*/ 36674 h 40633"/>
                <a:gd name="connsiteX14" fmla="*/ 24015 w 43256"/>
                <a:gd name="connsiteY14" fmla="*/ 37870 h 40633"/>
                <a:gd name="connsiteX15" fmla="*/ 16516 w 43256"/>
                <a:gd name="connsiteY15" fmla="*/ 39125 h 40633"/>
                <a:gd name="connsiteX16" fmla="*/ 5840 w 43256"/>
                <a:gd name="connsiteY16" fmla="*/ 35331 h 40633"/>
                <a:gd name="connsiteX17" fmla="*/ 1146 w 43256"/>
                <a:gd name="connsiteY17" fmla="*/ 31109 h 40633"/>
                <a:gd name="connsiteX18" fmla="*/ 2149 w 43256"/>
                <a:gd name="connsiteY18" fmla="*/ 25410 h 40633"/>
                <a:gd name="connsiteX19" fmla="*/ 31 w 43256"/>
                <a:gd name="connsiteY19" fmla="*/ 19563 h 40633"/>
                <a:gd name="connsiteX20" fmla="*/ 3899 w 43256"/>
                <a:gd name="connsiteY20" fmla="*/ 14366 h 40633"/>
                <a:gd name="connsiteX21" fmla="*/ 3936 w 43256"/>
                <a:gd name="connsiteY21" fmla="*/ 14229 h 40633"/>
                <a:gd name="connsiteX0" fmla="*/ 4729 w 43256"/>
                <a:gd name="connsiteY0" fmla="*/ 26036 h 40633"/>
                <a:gd name="connsiteX1" fmla="*/ 2196 w 43256"/>
                <a:gd name="connsiteY1" fmla="*/ 25239 h 40633"/>
                <a:gd name="connsiteX2" fmla="*/ 6964 w 43256"/>
                <a:gd name="connsiteY2" fmla="*/ 34758 h 40633"/>
                <a:gd name="connsiteX3" fmla="*/ 5856 w 43256"/>
                <a:gd name="connsiteY3" fmla="*/ 35139 h 40633"/>
                <a:gd name="connsiteX4" fmla="*/ 16514 w 43256"/>
                <a:gd name="connsiteY4" fmla="*/ 38949 h 40633"/>
                <a:gd name="connsiteX5" fmla="*/ 15846 w 43256"/>
                <a:gd name="connsiteY5" fmla="*/ 37209 h 40633"/>
                <a:gd name="connsiteX6" fmla="*/ 28863 w 43256"/>
                <a:gd name="connsiteY6" fmla="*/ 34610 h 40633"/>
                <a:gd name="connsiteX7" fmla="*/ 28596 w 43256"/>
                <a:gd name="connsiteY7" fmla="*/ 36519 h 40633"/>
                <a:gd name="connsiteX8" fmla="*/ 34165 w 43256"/>
                <a:gd name="connsiteY8" fmla="*/ 22813 h 40633"/>
                <a:gd name="connsiteX9" fmla="*/ 37416 w 43256"/>
                <a:gd name="connsiteY9" fmla="*/ 29949 h 40633"/>
                <a:gd name="connsiteX10" fmla="*/ 41834 w 43256"/>
                <a:gd name="connsiteY10" fmla="*/ 15213 h 40633"/>
                <a:gd name="connsiteX11" fmla="*/ 40386 w 43256"/>
                <a:gd name="connsiteY11" fmla="*/ 17889 h 40633"/>
                <a:gd name="connsiteX12" fmla="*/ 38360 w 43256"/>
                <a:gd name="connsiteY12" fmla="*/ 5285 h 40633"/>
                <a:gd name="connsiteX13" fmla="*/ 38436 w 43256"/>
                <a:gd name="connsiteY13" fmla="*/ 6549 h 40633"/>
                <a:gd name="connsiteX14" fmla="*/ 29114 w 43256"/>
                <a:gd name="connsiteY14" fmla="*/ 3811 h 40633"/>
                <a:gd name="connsiteX15" fmla="*/ 29856 w 43256"/>
                <a:gd name="connsiteY15" fmla="*/ 2199 h 40633"/>
                <a:gd name="connsiteX16" fmla="*/ 22177 w 43256"/>
                <a:gd name="connsiteY16" fmla="*/ 4579 h 40633"/>
                <a:gd name="connsiteX17" fmla="*/ 22536 w 43256"/>
                <a:gd name="connsiteY17" fmla="*/ 3189 h 40633"/>
                <a:gd name="connsiteX18" fmla="*/ 14036 w 43256"/>
                <a:gd name="connsiteY18" fmla="*/ 5051 h 40633"/>
                <a:gd name="connsiteX19" fmla="*/ 17179 w 43256"/>
                <a:gd name="connsiteY19" fmla="*/ 11105 h 40633"/>
                <a:gd name="connsiteX20" fmla="*/ 5852 w 43256"/>
                <a:gd name="connsiteY20" fmla="*/ 19961 h 40633"/>
                <a:gd name="connsiteX21" fmla="*/ 7628 w 43256"/>
                <a:gd name="connsiteY21" fmla="*/ 14821 h 40633"/>
                <a:gd name="connsiteX0" fmla="*/ 3936 w 43256"/>
                <a:gd name="connsiteY0" fmla="*/ 14229 h 40633"/>
                <a:gd name="connsiteX1" fmla="*/ 5659 w 43256"/>
                <a:gd name="connsiteY1" fmla="*/ 6766 h 40633"/>
                <a:gd name="connsiteX2" fmla="*/ 14041 w 43256"/>
                <a:gd name="connsiteY2" fmla="*/ 5061 h 40633"/>
                <a:gd name="connsiteX3" fmla="*/ 22492 w 43256"/>
                <a:gd name="connsiteY3" fmla="*/ 3291 h 40633"/>
                <a:gd name="connsiteX4" fmla="*/ 25785 w 43256"/>
                <a:gd name="connsiteY4" fmla="*/ 59 h 40633"/>
                <a:gd name="connsiteX5" fmla="*/ 29869 w 43256"/>
                <a:gd name="connsiteY5" fmla="*/ 2340 h 40633"/>
                <a:gd name="connsiteX6" fmla="*/ 35499 w 43256"/>
                <a:gd name="connsiteY6" fmla="*/ 549 h 40633"/>
                <a:gd name="connsiteX7" fmla="*/ 38354 w 43256"/>
                <a:gd name="connsiteY7" fmla="*/ 5435 h 40633"/>
                <a:gd name="connsiteX8" fmla="*/ 42018 w 43256"/>
                <a:gd name="connsiteY8" fmla="*/ 10177 h 40633"/>
                <a:gd name="connsiteX9" fmla="*/ 41854 w 43256"/>
                <a:gd name="connsiteY9" fmla="*/ 15319 h 40633"/>
                <a:gd name="connsiteX10" fmla="*/ 43052 w 43256"/>
                <a:gd name="connsiteY10" fmla="*/ 23181 h 40633"/>
                <a:gd name="connsiteX11" fmla="*/ 37440 w 43256"/>
                <a:gd name="connsiteY11" fmla="*/ 30063 h 40633"/>
                <a:gd name="connsiteX12" fmla="*/ 35431 w 43256"/>
                <a:gd name="connsiteY12" fmla="*/ 35960 h 40633"/>
                <a:gd name="connsiteX13" fmla="*/ 28591 w 43256"/>
                <a:gd name="connsiteY13" fmla="*/ 36674 h 40633"/>
                <a:gd name="connsiteX14" fmla="*/ 24015 w 43256"/>
                <a:gd name="connsiteY14" fmla="*/ 37870 h 40633"/>
                <a:gd name="connsiteX15" fmla="*/ 16516 w 43256"/>
                <a:gd name="connsiteY15" fmla="*/ 39125 h 40633"/>
                <a:gd name="connsiteX16" fmla="*/ 5840 w 43256"/>
                <a:gd name="connsiteY16" fmla="*/ 35331 h 40633"/>
                <a:gd name="connsiteX17" fmla="*/ 1146 w 43256"/>
                <a:gd name="connsiteY17" fmla="*/ 31109 h 40633"/>
                <a:gd name="connsiteX18" fmla="*/ 2149 w 43256"/>
                <a:gd name="connsiteY18" fmla="*/ 25410 h 40633"/>
                <a:gd name="connsiteX19" fmla="*/ 31 w 43256"/>
                <a:gd name="connsiteY19" fmla="*/ 19563 h 40633"/>
                <a:gd name="connsiteX20" fmla="*/ 3899 w 43256"/>
                <a:gd name="connsiteY20" fmla="*/ 14366 h 40633"/>
                <a:gd name="connsiteX21" fmla="*/ 3936 w 43256"/>
                <a:gd name="connsiteY21" fmla="*/ 14229 h 40633"/>
                <a:gd name="connsiteX0" fmla="*/ 4729 w 43256"/>
                <a:gd name="connsiteY0" fmla="*/ 26036 h 40633"/>
                <a:gd name="connsiteX1" fmla="*/ 2196 w 43256"/>
                <a:gd name="connsiteY1" fmla="*/ 25239 h 40633"/>
                <a:gd name="connsiteX2" fmla="*/ 6964 w 43256"/>
                <a:gd name="connsiteY2" fmla="*/ 34758 h 40633"/>
                <a:gd name="connsiteX3" fmla="*/ 5856 w 43256"/>
                <a:gd name="connsiteY3" fmla="*/ 35139 h 40633"/>
                <a:gd name="connsiteX4" fmla="*/ 16514 w 43256"/>
                <a:gd name="connsiteY4" fmla="*/ 38949 h 40633"/>
                <a:gd name="connsiteX5" fmla="*/ 15846 w 43256"/>
                <a:gd name="connsiteY5" fmla="*/ 37209 h 40633"/>
                <a:gd name="connsiteX6" fmla="*/ 28863 w 43256"/>
                <a:gd name="connsiteY6" fmla="*/ 34610 h 40633"/>
                <a:gd name="connsiteX7" fmla="*/ 28596 w 43256"/>
                <a:gd name="connsiteY7" fmla="*/ 36519 h 40633"/>
                <a:gd name="connsiteX8" fmla="*/ 34165 w 43256"/>
                <a:gd name="connsiteY8" fmla="*/ 22813 h 40633"/>
                <a:gd name="connsiteX9" fmla="*/ 30494 w 43256"/>
                <a:gd name="connsiteY9" fmla="*/ 28961 h 40633"/>
                <a:gd name="connsiteX10" fmla="*/ 41834 w 43256"/>
                <a:gd name="connsiteY10" fmla="*/ 15213 h 40633"/>
                <a:gd name="connsiteX11" fmla="*/ 40386 w 43256"/>
                <a:gd name="connsiteY11" fmla="*/ 17889 h 40633"/>
                <a:gd name="connsiteX12" fmla="*/ 38360 w 43256"/>
                <a:gd name="connsiteY12" fmla="*/ 5285 h 40633"/>
                <a:gd name="connsiteX13" fmla="*/ 38436 w 43256"/>
                <a:gd name="connsiteY13" fmla="*/ 6549 h 40633"/>
                <a:gd name="connsiteX14" fmla="*/ 29114 w 43256"/>
                <a:gd name="connsiteY14" fmla="*/ 3811 h 40633"/>
                <a:gd name="connsiteX15" fmla="*/ 29856 w 43256"/>
                <a:gd name="connsiteY15" fmla="*/ 2199 h 40633"/>
                <a:gd name="connsiteX16" fmla="*/ 22177 w 43256"/>
                <a:gd name="connsiteY16" fmla="*/ 4579 h 40633"/>
                <a:gd name="connsiteX17" fmla="*/ 22536 w 43256"/>
                <a:gd name="connsiteY17" fmla="*/ 3189 h 40633"/>
                <a:gd name="connsiteX18" fmla="*/ 14036 w 43256"/>
                <a:gd name="connsiteY18" fmla="*/ 5051 h 40633"/>
                <a:gd name="connsiteX19" fmla="*/ 17179 w 43256"/>
                <a:gd name="connsiteY19" fmla="*/ 11105 h 40633"/>
                <a:gd name="connsiteX20" fmla="*/ 5852 w 43256"/>
                <a:gd name="connsiteY20" fmla="*/ 19961 h 40633"/>
                <a:gd name="connsiteX21" fmla="*/ 7628 w 43256"/>
                <a:gd name="connsiteY21" fmla="*/ 14821 h 4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256" h="40633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6347" y="37107"/>
                    <a:pt x="24015" y="37870"/>
                  </a:cubicBezTo>
                  <a:cubicBezTo>
                    <a:pt x="21267" y="38769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0633" fill="none" extrusionOk="0">
                  <a:moveTo>
                    <a:pt x="4729" y="26036"/>
                  </a:moveTo>
                  <a:cubicBezTo>
                    <a:pt x="3845" y="26130"/>
                    <a:pt x="2961" y="25852"/>
                    <a:pt x="2196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34165" y="22813"/>
                  </a:moveTo>
                  <a:cubicBezTo>
                    <a:pt x="36169" y="24141"/>
                    <a:pt x="30512" y="25929"/>
                    <a:pt x="30494" y="28961"/>
                  </a:cubicBezTo>
                  <a:moveTo>
                    <a:pt x="41834" y="15213"/>
                  </a:moveTo>
                  <a:cubicBezTo>
                    <a:pt x="41509" y="16245"/>
                    <a:pt x="41014" y="17161"/>
                    <a:pt x="40386" y="1788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6787" y="10586"/>
                    <a:pt x="17179" y="11105"/>
                  </a:cubicBezTo>
                  <a:moveTo>
                    <a:pt x="5852" y="19961"/>
                  </a:moveTo>
                  <a:cubicBezTo>
                    <a:pt x="5749" y="19497"/>
                    <a:pt x="7676" y="15302"/>
                    <a:pt x="7628" y="14821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307455" y="2270942"/>
              <a:ext cx="10086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Book Antiqua" pitchFamily="18" charset="0"/>
                </a:rPr>
                <a:t>Negative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4970770" y="1143000"/>
            <a:ext cx="3868430" cy="249218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 rot="1573461">
            <a:off x="5750186" y="1481298"/>
            <a:ext cx="685800" cy="1099066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 rot="9240000">
            <a:off x="7578301" y="1481039"/>
            <a:ext cx="685800" cy="1099066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 rot="1573461">
            <a:off x="5839060" y="1526040"/>
            <a:ext cx="548640" cy="914400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 rot="9240000">
            <a:off x="7640261" y="1526217"/>
            <a:ext cx="548640" cy="914400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243" y="2774564"/>
            <a:ext cx="25717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8550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-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0" y="0"/>
            <a:ext cx="9119420" cy="684520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733232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>
                <a:latin typeface="MV Boli" pitchFamily="2" charset="0"/>
                <a:cs typeface="MV Boli" pitchFamily="2" charset="0"/>
              </a:rPr>
              <a:t>Managing Profitability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767840" y="2119216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MUDA – Waste Management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767840" y="3369324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Re-usability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767840" y="4619432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Expense Optimization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1921446"/>
            <a:ext cx="1128772" cy="1128772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000" r="-9000"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762000" y="3171554"/>
            <a:ext cx="1128772" cy="1128772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762000" y="4421662"/>
            <a:ext cx="1128772" cy="1128772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087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-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8"/>
            <a:ext cx="9144000" cy="685554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489" y="0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Blackadder ITC" pitchFamily="82" charset="0"/>
              </a:rPr>
              <a:t>Inculcate Scope Change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44040" y="2119216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Proactive Anticipation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44040" y="3369324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Impact Analysis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44040" y="4619432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Simultaneous Implementation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62000" y="1826269"/>
            <a:ext cx="1188720" cy="1188720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00" r="-13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762000" y="3130048"/>
            <a:ext cx="1188720" cy="1188720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000" b="-3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Oval 12"/>
          <p:cNvSpPr/>
          <p:nvPr/>
        </p:nvSpPr>
        <p:spPr>
          <a:xfrm rot="10800000">
            <a:off x="702052" y="4373880"/>
            <a:ext cx="1188720" cy="1188720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r="-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585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" y="34413"/>
            <a:ext cx="9131710" cy="683996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534" y="0"/>
            <a:ext cx="6512511" cy="80943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hiller" pitchFamily="82" charset="0"/>
              </a:rPr>
              <a:t>Learning …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44040" y="19812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Value Add on Learning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44040" y="3369324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Knowledge Database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44040" y="4753168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Talent Retention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1735841"/>
            <a:ext cx="1128772" cy="1128772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838200" y="3115820"/>
            <a:ext cx="1128772" cy="1128772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838200" y="4495800"/>
            <a:ext cx="1128772" cy="1128772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000" r="-2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90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06"/>
            <a:ext cx="9125741" cy="6840794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6070" y="0"/>
            <a:ext cx="6512511" cy="961832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>
                <a:solidFill>
                  <a:srgbClr val="92D050"/>
                </a:solidFill>
                <a:latin typeface="Chiller" pitchFamily="82" charset="0"/>
              </a:rPr>
              <a:t>Early to Market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20240" y="13716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Competitor Analysis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920240" y="26670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Competitor Monitoring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920240" y="3962400"/>
            <a:ext cx="70713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Scope Control &amp; Reconciliation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917782" y="52578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Effective Communication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38200" y="1142048"/>
            <a:ext cx="1188720" cy="1188720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838200" y="2417445"/>
            <a:ext cx="1188720" cy="1188720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00" r="-1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838200" y="3692842"/>
            <a:ext cx="1188720" cy="1188720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000" r="-1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838200" y="4968240"/>
            <a:ext cx="1188720" cy="1188720"/>
          </a:xfrm>
          <a:prstGeom prst="ellipse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67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5000" contrast="-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457200" y="990600"/>
            <a:ext cx="8229600" cy="5486400"/>
            <a:chOff x="990600" y="533400"/>
            <a:chExt cx="8229600" cy="5486400"/>
          </a:xfrm>
        </p:grpSpPr>
        <p:sp>
          <p:nvSpPr>
            <p:cNvPr id="46" name="Rounded Rectangle 45"/>
            <p:cNvSpPr/>
            <p:nvPr/>
          </p:nvSpPr>
          <p:spPr>
            <a:xfrm>
              <a:off x="990600" y="533400"/>
              <a:ext cx="8229600" cy="5486400"/>
            </a:xfrm>
            <a:prstGeom prst="roundRect">
              <a:avLst>
                <a:gd name="adj" fmla="val 23387"/>
              </a:avLst>
            </a:prstGeom>
            <a:solidFill>
              <a:schemeClr val="accent1">
                <a:alpha val="6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594325" y="2976801"/>
              <a:ext cx="2133600" cy="890435"/>
              <a:chOff x="2286000" y="3124200"/>
              <a:chExt cx="2133600" cy="890435"/>
            </a:xfrm>
          </p:grpSpPr>
          <p:sp>
            <p:nvSpPr>
              <p:cNvPr id="4" name="Flowchart: Document 3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solidFill>
                <a:srgbClr val="66FF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lowchart: Document 4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solidFill>
                <a:srgbClr val="66FF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515460" y="3277211"/>
                <a:ext cx="15225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S: Stakeholder</a:t>
                </a:r>
              </a:p>
              <a:p>
                <a:r>
                  <a:rPr lang="en-US" dirty="0"/>
                  <a:t>     Satisfaction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3243968" y="4353928"/>
              <a:ext cx="2133600" cy="890435"/>
              <a:chOff x="2286000" y="3124200"/>
              <a:chExt cx="2133600" cy="890435"/>
            </a:xfrm>
            <a:solidFill>
              <a:srgbClr val="00B050"/>
            </a:solidFill>
          </p:grpSpPr>
          <p:sp>
            <p:nvSpPr>
              <p:cNvPr id="9" name="Flowchart: Document 8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lowchart: Document 9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515460" y="3277211"/>
                <a:ext cx="117083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E: Early to </a:t>
                </a:r>
              </a:p>
              <a:p>
                <a:r>
                  <a:rPr lang="en-US" dirty="0"/>
                  <a:t>     Market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5943708" y="3836279"/>
              <a:ext cx="2133600" cy="890435"/>
              <a:chOff x="2286000" y="3124200"/>
              <a:chExt cx="2133600" cy="89043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3" name="Flowchart: Document 12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lowchart: Document 13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515460" y="3277211"/>
                <a:ext cx="1212191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L: Lessons </a:t>
                </a:r>
              </a:p>
              <a:p>
                <a:r>
                  <a:rPr lang="en-US" dirty="0"/>
                  <a:t>     Learned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6172200" y="1912984"/>
              <a:ext cx="2133600" cy="890435"/>
              <a:chOff x="2286000" y="3124200"/>
              <a:chExt cx="2133600" cy="890435"/>
            </a:xfrm>
            <a:solidFill>
              <a:schemeClr val="bg1">
                <a:lumMod val="65000"/>
              </a:schemeClr>
            </a:solidFill>
          </p:grpSpPr>
          <p:sp>
            <p:nvSpPr>
              <p:cNvPr id="17" name="Flowchart: Document 16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Document 17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515460" y="3277211"/>
                <a:ext cx="1657185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I: Inculcate </a:t>
                </a:r>
              </a:p>
              <a:p>
                <a:r>
                  <a:rPr lang="en-US" dirty="0"/>
                  <a:t>   Scope Change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3165527" y="1752600"/>
              <a:ext cx="2133600" cy="890435"/>
              <a:chOff x="2286000" y="3124200"/>
              <a:chExt cx="2133600" cy="890435"/>
            </a:xfrm>
            <a:solidFill>
              <a:schemeClr val="tx2">
                <a:lumMod val="40000"/>
                <a:lumOff val="60000"/>
              </a:schemeClr>
            </a:solidFill>
          </p:grpSpPr>
          <p:sp>
            <p:nvSpPr>
              <p:cNvPr id="21" name="Flowchart: Document 20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lowchart: Document 21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515460" y="3277211"/>
                <a:ext cx="1535870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M: Maintain</a:t>
                </a:r>
              </a:p>
              <a:p>
                <a:r>
                  <a:rPr lang="en-US" dirty="0"/>
                  <a:t>     Profitability</a:t>
                </a:r>
              </a:p>
            </p:txBody>
          </p:sp>
        </p:grpSp>
        <p:sp>
          <p:nvSpPr>
            <p:cNvPr id="26" name="Freeform 25"/>
            <p:cNvSpPr/>
            <p:nvPr/>
          </p:nvSpPr>
          <p:spPr>
            <a:xfrm>
              <a:off x="3583858" y="3277232"/>
              <a:ext cx="2389239" cy="660587"/>
            </a:xfrm>
            <a:custGeom>
              <a:avLst/>
              <a:gdLst>
                <a:gd name="connsiteX0" fmla="*/ 0 w 2389239"/>
                <a:gd name="connsiteY0" fmla="*/ 41155 h 660587"/>
                <a:gd name="connsiteX1" fmla="*/ 1135626 w 2389239"/>
                <a:gd name="connsiteY1" fmla="*/ 41155 h 660587"/>
                <a:gd name="connsiteX2" fmla="*/ 1327355 w 2389239"/>
                <a:gd name="connsiteY2" fmla="*/ 468858 h 660587"/>
                <a:gd name="connsiteX3" fmla="*/ 2389239 w 2389239"/>
                <a:gd name="connsiteY3" fmla="*/ 660587 h 66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9239" h="660587">
                  <a:moveTo>
                    <a:pt x="0" y="41155"/>
                  </a:moveTo>
                  <a:cubicBezTo>
                    <a:pt x="457200" y="5513"/>
                    <a:pt x="914400" y="-30129"/>
                    <a:pt x="1135626" y="41155"/>
                  </a:cubicBezTo>
                  <a:cubicBezTo>
                    <a:pt x="1356852" y="112439"/>
                    <a:pt x="1118420" y="365619"/>
                    <a:pt x="1327355" y="468858"/>
                  </a:cubicBezTo>
                  <a:cubicBezTo>
                    <a:pt x="1536290" y="572097"/>
                    <a:pt x="1962764" y="616342"/>
                    <a:pt x="2389239" y="660587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92D050"/>
                  </a:gs>
                </a:gsLst>
                <a:lin ang="5400000" scaled="0"/>
              </a:gradFill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3701845" y="3657600"/>
              <a:ext cx="2300749" cy="575187"/>
            </a:xfrm>
            <a:custGeom>
              <a:avLst/>
              <a:gdLst>
                <a:gd name="connsiteX0" fmla="*/ 2300749 w 2300749"/>
                <a:gd name="connsiteY0" fmla="*/ 575187 h 575187"/>
                <a:gd name="connsiteX1" fmla="*/ 1061884 w 2300749"/>
                <a:gd name="connsiteY1" fmla="*/ 501445 h 575187"/>
                <a:gd name="connsiteX2" fmla="*/ 575187 w 2300749"/>
                <a:gd name="connsiteY2" fmla="*/ 176981 h 575187"/>
                <a:gd name="connsiteX3" fmla="*/ 0 w 2300749"/>
                <a:gd name="connsiteY3" fmla="*/ 0 h 575187"/>
                <a:gd name="connsiteX4" fmla="*/ 0 w 2300749"/>
                <a:gd name="connsiteY4" fmla="*/ 0 h 5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0749" h="575187">
                  <a:moveTo>
                    <a:pt x="2300749" y="575187"/>
                  </a:moveTo>
                  <a:cubicBezTo>
                    <a:pt x="1825113" y="571500"/>
                    <a:pt x="1349478" y="567813"/>
                    <a:pt x="1061884" y="501445"/>
                  </a:cubicBezTo>
                  <a:cubicBezTo>
                    <a:pt x="774290" y="435077"/>
                    <a:pt x="752168" y="260555"/>
                    <a:pt x="575187" y="176981"/>
                  </a:cubicBezTo>
                  <a:cubicBezTo>
                    <a:pt x="398206" y="93407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64077" y="2772697"/>
              <a:ext cx="2536723" cy="1592826"/>
            </a:xfrm>
            <a:custGeom>
              <a:avLst/>
              <a:gdLst>
                <a:gd name="connsiteX0" fmla="*/ 0 w 2536723"/>
                <a:gd name="connsiteY0" fmla="*/ 1592826 h 1592826"/>
                <a:gd name="connsiteX1" fmla="*/ 383458 w 2536723"/>
                <a:gd name="connsiteY1" fmla="*/ 796413 h 1592826"/>
                <a:gd name="connsiteX2" fmla="*/ 1784555 w 2536723"/>
                <a:gd name="connsiteY2" fmla="*/ 678426 h 1592826"/>
                <a:gd name="connsiteX3" fmla="*/ 2536723 w 2536723"/>
                <a:gd name="connsiteY3" fmla="*/ 0 h 159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6723" h="1592826">
                  <a:moveTo>
                    <a:pt x="0" y="1592826"/>
                  </a:moveTo>
                  <a:cubicBezTo>
                    <a:pt x="43016" y="1270819"/>
                    <a:pt x="86032" y="948813"/>
                    <a:pt x="383458" y="796413"/>
                  </a:cubicBezTo>
                  <a:cubicBezTo>
                    <a:pt x="680884" y="644013"/>
                    <a:pt x="1425677" y="811162"/>
                    <a:pt x="1784555" y="678426"/>
                  </a:cubicBezTo>
                  <a:cubicBezTo>
                    <a:pt x="2143433" y="545690"/>
                    <a:pt x="2340078" y="272845"/>
                    <a:pt x="2536723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00B050"/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5161935" y="1795903"/>
              <a:ext cx="1135626" cy="593336"/>
            </a:xfrm>
            <a:custGeom>
              <a:avLst/>
              <a:gdLst>
                <a:gd name="connsiteX0" fmla="*/ 1135626 w 1135626"/>
                <a:gd name="connsiteY0" fmla="*/ 593336 h 593336"/>
                <a:gd name="connsiteX1" fmla="*/ 693175 w 1135626"/>
                <a:gd name="connsiteY1" fmla="*/ 416355 h 593336"/>
                <a:gd name="connsiteX2" fmla="*/ 324465 w 1135626"/>
                <a:gd name="connsiteY2" fmla="*/ 3400 h 593336"/>
                <a:gd name="connsiteX3" fmla="*/ 0 w 1135626"/>
                <a:gd name="connsiteY3" fmla="*/ 254123 h 59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5626" h="593336">
                  <a:moveTo>
                    <a:pt x="1135626" y="593336"/>
                  </a:moveTo>
                  <a:cubicBezTo>
                    <a:pt x="981997" y="554007"/>
                    <a:pt x="828368" y="514678"/>
                    <a:pt x="693175" y="416355"/>
                  </a:cubicBezTo>
                  <a:cubicBezTo>
                    <a:pt x="557982" y="318032"/>
                    <a:pt x="439994" y="30439"/>
                    <a:pt x="324465" y="3400"/>
                  </a:cubicBezTo>
                  <a:cubicBezTo>
                    <a:pt x="208936" y="-23639"/>
                    <a:pt x="104468" y="115242"/>
                    <a:pt x="0" y="254123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tx2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4660490" y="2566219"/>
              <a:ext cx="810689" cy="1784555"/>
            </a:xfrm>
            <a:custGeom>
              <a:avLst/>
              <a:gdLst>
                <a:gd name="connsiteX0" fmla="*/ 0 w 810689"/>
                <a:gd name="connsiteY0" fmla="*/ 1784555 h 1784555"/>
                <a:gd name="connsiteX1" fmla="*/ 796413 w 810689"/>
                <a:gd name="connsiteY1" fmla="*/ 1061884 h 1784555"/>
                <a:gd name="connsiteX2" fmla="*/ 516194 w 810689"/>
                <a:gd name="connsiteY2" fmla="*/ 471949 h 1784555"/>
                <a:gd name="connsiteX3" fmla="*/ 575187 w 810689"/>
                <a:gd name="connsiteY3" fmla="*/ 0 h 178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0689" h="1784555">
                  <a:moveTo>
                    <a:pt x="0" y="1784555"/>
                  </a:moveTo>
                  <a:cubicBezTo>
                    <a:pt x="355190" y="1532603"/>
                    <a:pt x="710381" y="1280652"/>
                    <a:pt x="796413" y="1061884"/>
                  </a:cubicBezTo>
                  <a:cubicBezTo>
                    <a:pt x="882445" y="843116"/>
                    <a:pt x="553065" y="648930"/>
                    <a:pt x="516194" y="471949"/>
                  </a:cubicBezTo>
                  <a:cubicBezTo>
                    <a:pt x="479323" y="294968"/>
                    <a:pt x="527255" y="147484"/>
                    <a:pt x="575187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tx2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00B050"/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6676287" y="2802194"/>
              <a:ext cx="775016" cy="1032387"/>
            </a:xfrm>
            <a:custGeom>
              <a:avLst/>
              <a:gdLst>
                <a:gd name="connsiteX0" fmla="*/ 447184 w 775016"/>
                <a:gd name="connsiteY0" fmla="*/ 1032387 h 1032387"/>
                <a:gd name="connsiteX1" fmla="*/ 4732 w 775016"/>
                <a:gd name="connsiteY1" fmla="*/ 545690 h 1032387"/>
                <a:gd name="connsiteX2" fmla="*/ 697907 w 775016"/>
                <a:gd name="connsiteY2" fmla="*/ 235974 h 1032387"/>
                <a:gd name="connsiteX3" fmla="*/ 727403 w 775016"/>
                <a:gd name="connsiteY3" fmla="*/ 0 h 103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5016" h="1032387">
                  <a:moveTo>
                    <a:pt x="447184" y="1032387"/>
                  </a:moveTo>
                  <a:cubicBezTo>
                    <a:pt x="205064" y="855406"/>
                    <a:pt x="-37055" y="678425"/>
                    <a:pt x="4732" y="545690"/>
                  </a:cubicBezTo>
                  <a:cubicBezTo>
                    <a:pt x="46519" y="412955"/>
                    <a:pt x="577462" y="326922"/>
                    <a:pt x="697907" y="235974"/>
                  </a:cubicBezTo>
                  <a:cubicBezTo>
                    <a:pt x="818352" y="145026"/>
                    <a:pt x="772877" y="72513"/>
                    <a:pt x="727403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2678191" y="2212258"/>
              <a:ext cx="566454" cy="781665"/>
            </a:xfrm>
            <a:custGeom>
              <a:avLst/>
              <a:gdLst>
                <a:gd name="connsiteX0" fmla="*/ 566454 w 566454"/>
                <a:gd name="connsiteY0" fmla="*/ 0 h 781665"/>
                <a:gd name="connsiteX1" fmla="*/ 6015 w 566454"/>
                <a:gd name="connsiteY1" fmla="*/ 103239 h 781665"/>
                <a:gd name="connsiteX2" fmla="*/ 256738 w 566454"/>
                <a:gd name="connsiteY2" fmla="*/ 457200 h 781665"/>
                <a:gd name="connsiteX3" fmla="*/ 35512 w 566454"/>
                <a:gd name="connsiteY3" fmla="*/ 781665 h 78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454" h="781665">
                  <a:moveTo>
                    <a:pt x="566454" y="0"/>
                  </a:moveTo>
                  <a:cubicBezTo>
                    <a:pt x="312044" y="13519"/>
                    <a:pt x="57634" y="27039"/>
                    <a:pt x="6015" y="103239"/>
                  </a:cubicBezTo>
                  <a:cubicBezTo>
                    <a:pt x="-45604" y="179439"/>
                    <a:pt x="251822" y="344129"/>
                    <a:pt x="256738" y="457200"/>
                  </a:cubicBezTo>
                  <a:cubicBezTo>
                    <a:pt x="261654" y="570271"/>
                    <a:pt x="148583" y="675968"/>
                    <a:pt x="35512" y="781665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tx2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92D050"/>
                  </a:gs>
                </a:gsLst>
                <a:lin ang="5400000" scaled="0"/>
              </a:gradFill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495368" y="2595716"/>
              <a:ext cx="2831690" cy="684311"/>
            </a:xfrm>
            <a:custGeom>
              <a:avLst/>
              <a:gdLst>
                <a:gd name="connsiteX0" fmla="*/ 2831690 w 2831690"/>
                <a:gd name="connsiteY0" fmla="*/ 0 h 684311"/>
                <a:gd name="connsiteX1" fmla="*/ 1592826 w 2831690"/>
                <a:gd name="connsiteY1" fmla="*/ 678426 h 684311"/>
                <a:gd name="connsiteX2" fmla="*/ 1150374 w 2831690"/>
                <a:gd name="connsiteY2" fmla="*/ 339213 h 684311"/>
                <a:gd name="connsiteX3" fmla="*/ 0 w 2831690"/>
                <a:gd name="connsiteY3" fmla="*/ 516194 h 684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1690" h="684311">
                  <a:moveTo>
                    <a:pt x="2831690" y="0"/>
                  </a:moveTo>
                  <a:cubicBezTo>
                    <a:pt x="2352367" y="310945"/>
                    <a:pt x="1873045" y="621891"/>
                    <a:pt x="1592826" y="678426"/>
                  </a:cubicBezTo>
                  <a:cubicBezTo>
                    <a:pt x="1312607" y="734962"/>
                    <a:pt x="1415845" y="366252"/>
                    <a:pt x="1150374" y="339213"/>
                  </a:cubicBezTo>
                  <a:cubicBezTo>
                    <a:pt x="884903" y="312174"/>
                    <a:pt x="442451" y="414184"/>
                    <a:pt x="0" y="516194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Document 33"/>
            <p:cNvSpPr/>
            <p:nvPr/>
          </p:nvSpPr>
          <p:spPr>
            <a:xfrm>
              <a:off x="7160559" y="5141464"/>
              <a:ext cx="137160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Knowledge Base</a:t>
              </a:r>
            </a:p>
          </p:txBody>
        </p:sp>
        <p:sp>
          <p:nvSpPr>
            <p:cNvPr id="35" name="Flowchart: Document 34"/>
            <p:cNvSpPr/>
            <p:nvPr/>
          </p:nvSpPr>
          <p:spPr>
            <a:xfrm>
              <a:off x="2112295" y="5294671"/>
              <a:ext cx="137160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Competitor Data Base</a:t>
              </a:r>
            </a:p>
          </p:txBody>
        </p:sp>
        <p:sp>
          <p:nvSpPr>
            <p:cNvPr id="36" name="Flowchart: Document 35"/>
            <p:cNvSpPr/>
            <p:nvPr/>
          </p:nvSpPr>
          <p:spPr>
            <a:xfrm>
              <a:off x="4447056" y="685800"/>
              <a:ext cx="137160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Re-usable Component</a:t>
              </a:r>
            </a:p>
          </p:txBody>
        </p:sp>
        <p:sp>
          <p:nvSpPr>
            <p:cNvPr id="37" name="Flowchart: Document 36"/>
            <p:cNvSpPr/>
            <p:nvPr/>
          </p:nvSpPr>
          <p:spPr>
            <a:xfrm>
              <a:off x="7315200" y="961144"/>
              <a:ext cx="128016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Scope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Change</a:t>
              </a:r>
            </a:p>
          </p:txBody>
        </p:sp>
        <p:sp>
          <p:nvSpPr>
            <p:cNvPr id="38" name="Flowchart: Document 37"/>
            <p:cNvSpPr/>
            <p:nvPr/>
          </p:nvSpPr>
          <p:spPr>
            <a:xfrm>
              <a:off x="1082040" y="1828800"/>
              <a:ext cx="1280160" cy="640080"/>
            </a:xfrm>
            <a:prstGeom prst="flowChartDocument">
              <a:avLst/>
            </a:prstGeom>
            <a:solidFill>
              <a:srgbClr val="C8E38D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Feedback Form</a:t>
              </a:r>
            </a:p>
          </p:txBody>
        </p:sp>
        <p:sp>
          <p:nvSpPr>
            <p:cNvPr id="39" name="Freeform 38"/>
            <p:cNvSpPr/>
            <p:nvPr/>
          </p:nvSpPr>
          <p:spPr>
            <a:xfrm>
              <a:off x="2709349" y="4572000"/>
              <a:ext cx="594290" cy="722671"/>
            </a:xfrm>
            <a:custGeom>
              <a:avLst/>
              <a:gdLst>
                <a:gd name="connsiteX0" fmla="*/ 594290 w 594290"/>
                <a:gd name="connsiteY0" fmla="*/ 0 h 722671"/>
                <a:gd name="connsiteX1" fmla="*/ 4354 w 594290"/>
                <a:gd name="connsiteY1" fmla="*/ 250723 h 722671"/>
                <a:gd name="connsiteX2" fmla="*/ 314070 w 594290"/>
                <a:gd name="connsiteY2" fmla="*/ 501445 h 722671"/>
                <a:gd name="connsiteX3" fmla="*/ 78096 w 594290"/>
                <a:gd name="connsiteY3" fmla="*/ 722671 h 72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90" h="722671">
                  <a:moveTo>
                    <a:pt x="594290" y="0"/>
                  </a:moveTo>
                  <a:cubicBezTo>
                    <a:pt x="322673" y="83574"/>
                    <a:pt x="51057" y="167149"/>
                    <a:pt x="4354" y="250723"/>
                  </a:cubicBezTo>
                  <a:cubicBezTo>
                    <a:pt x="-42349" y="334297"/>
                    <a:pt x="301780" y="422787"/>
                    <a:pt x="314070" y="501445"/>
                  </a:cubicBezTo>
                  <a:cubicBezTo>
                    <a:pt x="326360" y="580103"/>
                    <a:pt x="202228" y="651387"/>
                    <a:pt x="78096" y="722671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6662435" y="4689987"/>
              <a:ext cx="505281" cy="770494"/>
            </a:xfrm>
            <a:custGeom>
              <a:avLst/>
              <a:gdLst>
                <a:gd name="connsiteX0" fmla="*/ 136571 w 505281"/>
                <a:gd name="connsiteY0" fmla="*/ 0 h 770494"/>
                <a:gd name="connsiteX1" fmla="*/ 3836 w 505281"/>
                <a:gd name="connsiteY1" fmla="*/ 427703 h 770494"/>
                <a:gd name="connsiteX2" fmla="*/ 269307 w 505281"/>
                <a:gd name="connsiteY2" fmla="*/ 442452 h 770494"/>
                <a:gd name="connsiteX3" fmla="*/ 239810 w 505281"/>
                <a:gd name="connsiteY3" fmla="*/ 752168 h 770494"/>
                <a:gd name="connsiteX4" fmla="*/ 505281 w 505281"/>
                <a:gd name="connsiteY4" fmla="*/ 707923 h 77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281" h="770494">
                  <a:moveTo>
                    <a:pt x="136571" y="0"/>
                  </a:moveTo>
                  <a:cubicBezTo>
                    <a:pt x="59142" y="176980"/>
                    <a:pt x="-18287" y="353961"/>
                    <a:pt x="3836" y="427703"/>
                  </a:cubicBezTo>
                  <a:cubicBezTo>
                    <a:pt x="25959" y="501445"/>
                    <a:pt x="229978" y="388374"/>
                    <a:pt x="269307" y="442452"/>
                  </a:cubicBezTo>
                  <a:cubicBezTo>
                    <a:pt x="308636" y="496530"/>
                    <a:pt x="200481" y="707923"/>
                    <a:pt x="239810" y="752168"/>
                  </a:cubicBezTo>
                  <a:cubicBezTo>
                    <a:pt x="279139" y="796413"/>
                    <a:pt x="392210" y="752168"/>
                    <a:pt x="505281" y="707923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8077200" y="1430594"/>
              <a:ext cx="398206" cy="825909"/>
            </a:xfrm>
            <a:custGeom>
              <a:avLst/>
              <a:gdLst>
                <a:gd name="connsiteX0" fmla="*/ 0 w 398206"/>
                <a:gd name="connsiteY0" fmla="*/ 825909 h 825909"/>
                <a:gd name="connsiteX1" fmla="*/ 250722 w 398206"/>
                <a:gd name="connsiteY1" fmla="*/ 575187 h 825909"/>
                <a:gd name="connsiteX2" fmla="*/ 117987 w 398206"/>
                <a:gd name="connsiteY2" fmla="*/ 368709 h 825909"/>
                <a:gd name="connsiteX3" fmla="*/ 398206 w 398206"/>
                <a:gd name="connsiteY3" fmla="*/ 0 h 82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06" h="825909">
                  <a:moveTo>
                    <a:pt x="0" y="825909"/>
                  </a:moveTo>
                  <a:cubicBezTo>
                    <a:pt x="115529" y="738648"/>
                    <a:pt x="231058" y="651387"/>
                    <a:pt x="250722" y="575187"/>
                  </a:cubicBezTo>
                  <a:cubicBezTo>
                    <a:pt x="270386" y="498987"/>
                    <a:pt x="93406" y="464573"/>
                    <a:pt x="117987" y="368709"/>
                  </a:cubicBezTo>
                  <a:cubicBezTo>
                    <a:pt x="142568" y="272845"/>
                    <a:pt x="270387" y="136422"/>
                    <a:pt x="398206" y="0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3663956" y="1283110"/>
              <a:ext cx="1058858" cy="457200"/>
            </a:xfrm>
            <a:custGeom>
              <a:avLst/>
              <a:gdLst>
                <a:gd name="connsiteX0" fmla="*/ 568831 w 1058858"/>
                <a:gd name="connsiteY0" fmla="*/ 457200 h 457200"/>
                <a:gd name="connsiteX1" fmla="*/ 8392 w 1058858"/>
                <a:gd name="connsiteY1" fmla="*/ 132735 h 457200"/>
                <a:gd name="connsiteX2" fmla="*/ 952289 w 1058858"/>
                <a:gd name="connsiteY2" fmla="*/ 162232 h 457200"/>
                <a:gd name="connsiteX3" fmla="*/ 996534 w 1058858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858" h="457200">
                  <a:moveTo>
                    <a:pt x="568831" y="457200"/>
                  </a:moveTo>
                  <a:cubicBezTo>
                    <a:pt x="256656" y="319548"/>
                    <a:pt x="-55518" y="181896"/>
                    <a:pt x="8392" y="132735"/>
                  </a:cubicBezTo>
                  <a:cubicBezTo>
                    <a:pt x="72302" y="83574"/>
                    <a:pt x="787599" y="184354"/>
                    <a:pt x="952289" y="162232"/>
                  </a:cubicBezTo>
                  <a:cubicBezTo>
                    <a:pt x="1116979" y="140110"/>
                    <a:pt x="1056756" y="70055"/>
                    <a:pt x="996534" y="0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769806" y="2389239"/>
              <a:ext cx="339213" cy="619432"/>
            </a:xfrm>
            <a:custGeom>
              <a:avLst/>
              <a:gdLst>
                <a:gd name="connsiteX0" fmla="*/ 0 w 339213"/>
                <a:gd name="connsiteY0" fmla="*/ 0 h 619432"/>
                <a:gd name="connsiteX1" fmla="*/ 235975 w 339213"/>
                <a:gd name="connsiteY1" fmla="*/ 176980 h 619432"/>
                <a:gd name="connsiteX2" fmla="*/ 29497 w 339213"/>
                <a:gd name="connsiteY2" fmla="*/ 324464 h 619432"/>
                <a:gd name="connsiteX3" fmla="*/ 339213 w 339213"/>
                <a:gd name="connsiteY3" fmla="*/ 619432 h 61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213" h="619432">
                  <a:moveTo>
                    <a:pt x="0" y="0"/>
                  </a:moveTo>
                  <a:cubicBezTo>
                    <a:pt x="115529" y="61451"/>
                    <a:pt x="231059" y="122903"/>
                    <a:pt x="235975" y="176980"/>
                  </a:cubicBezTo>
                  <a:cubicBezTo>
                    <a:pt x="240891" y="231057"/>
                    <a:pt x="12291" y="250722"/>
                    <a:pt x="29497" y="324464"/>
                  </a:cubicBezTo>
                  <a:cubicBezTo>
                    <a:pt x="46703" y="398206"/>
                    <a:pt x="192958" y="508819"/>
                    <a:pt x="339213" y="619432"/>
                  </a:cubicBezTo>
                </a:path>
              </a:pathLst>
            </a:custGeom>
            <a:noFill/>
            <a:ln>
              <a:solidFill>
                <a:srgbClr val="92D05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9906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>
                <a:solidFill>
                  <a:srgbClr val="FFFF00"/>
                </a:solidFill>
                <a:latin typeface="Chiller" pitchFamily="82" charset="0"/>
              </a:rPr>
              <a:t>…</a:t>
            </a:r>
            <a:r>
              <a:rPr lang="en-US" sz="4800" dirty="0">
                <a:latin typeface="Chiller" pitchFamily="82" charset="0"/>
              </a:rPr>
              <a:t> </a:t>
            </a:r>
            <a:r>
              <a:rPr lang="en-US" sz="4800" dirty="0">
                <a:solidFill>
                  <a:srgbClr val="FFFF00"/>
                </a:solidFill>
                <a:latin typeface="Chiller" pitchFamily="82" charset="0"/>
              </a:rPr>
              <a:t>SMILE Process Diagram</a:t>
            </a:r>
          </a:p>
        </p:txBody>
      </p:sp>
    </p:spTree>
    <p:extLst>
      <p:ext uri="{BB962C8B-B14F-4D97-AF65-F5344CB8AC3E}">
        <p14:creationId xmlns:p14="http://schemas.microsoft.com/office/powerpoint/2010/main" val="949620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489" y="7374"/>
            <a:ext cx="5902911" cy="88563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Kristen ITC" pitchFamily="66" charset="0"/>
              </a:rPr>
              <a:t>Conclusion</a:t>
            </a: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491295494"/>
              </p:ext>
            </p:extLst>
          </p:nvPr>
        </p:nvGraphicFramePr>
        <p:xfrm>
          <a:off x="685800" y="1066800"/>
          <a:ext cx="7848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50139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TextBox 4"/>
          <p:cNvSpPr txBox="1"/>
          <p:nvPr/>
        </p:nvSpPr>
        <p:spPr>
          <a:xfrm>
            <a:off x="6019800" y="5715000"/>
            <a:ext cx="27703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hiller" pitchFamily="82" charset="0"/>
              </a:rPr>
              <a:t>SMILE Please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6446520"/>
            <a:ext cx="182880" cy="182880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 flipV="1">
            <a:off x="8194548" y="6400800"/>
            <a:ext cx="155448" cy="15544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360664" y="6376416"/>
            <a:ext cx="128016" cy="12801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8499348" y="6376416"/>
            <a:ext cx="100584" cy="1005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flipV="1">
            <a:off x="8610600" y="6376416"/>
            <a:ext cx="82296" cy="82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8717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2140</TotalTime>
  <Words>447</Words>
  <Application>Microsoft Office PowerPoint</Application>
  <PresentationFormat>On-screen Show (4:3)</PresentationFormat>
  <Paragraphs>166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Blackadder ITC</vt:lpstr>
      <vt:lpstr>Book Antiqua</vt:lpstr>
      <vt:lpstr>Calibri</vt:lpstr>
      <vt:lpstr>Chiller</vt:lpstr>
      <vt:lpstr>Copperplate Gothic Light</vt:lpstr>
      <vt:lpstr>Gabriola</vt:lpstr>
      <vt:lpstr>Georgia</vt:lpstr>
      <vt:lpstr>Kristen ITC</vt:lpstr>
      <vt:lpstr>MV Boli</vt:lpstr>
      <vt:lpstr>Trebuchet MS</vt:lpstr>
      <vt:lpstr>Wingdings</vt:lpstr>
      <vt:lpstr>Slipstream</vt:lpstr>
      <vt:lpstr>SMILE </vt:lpstr>
      <vt:lpstr>Protocol</vt:lpstr>
      <vt:lpstr>PowerPoint Presentation</vt:lpstr>
      <vt:lpstr>PowerPoint Presentation</vt:lpstr>
      <vt:lpstr>… it’s all about the OOMPH factor</vt:lpstr>
      <vt:lpstr>Managing Managers</vt:lpstr>
      <vt:lpstr>PowerPoint Presentation</vt:lpstr>
      <vt:lpstr>Continuous Improvement</vt:lpstr>
      <vt:lpstr>Stake Holder Delight</vt:lpstr>
      <vt:lpstr>Managing Profitability</vt:lpstr>
      <vt:lpstr>Inculcate Scope Change</vt:lpstr>
      <vt:lpstr>Learning …</vt:lpstr>
      <vt:lpstr>Early to Market</vt:lpstr>
      <vt:lpstr>… SMILE Process Diagram</vt:lpstr>
      <vt:lpstr>Conclusion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Master Iraban -X (miraban - WIPRO at Cisco)</dc:creator>
  <cp:lastModifiedBy>Master Iraban</cp:lastModifiedBy>
  <cp:revision>90</cp:revision>
  <dcterms:created xsi:type="dcterms:W3CDTF">2013-07-14T05:29:28Z</dcterms:created>
  <dcterms:modified xsi:type="dcterms:W3CDTF">2025-10-15T04:44:19Z</dcterms:modified>
</cp:coreProperties>
</file>